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8"/>
  </p:notesMasterIdLst>
  <p:sldIdLst>
    <p:sldId id="256" r:id="rId2"/>
    <p:sldId id="257" r:id="rId3"/>
    <p:sldId id="258" r:id="rId4"/>
    <p:sldId id="273" r:id="rId5"/>
    <p:sldId id="272" r:id="rId6"/>
    <p:sldId id="260" r:id="rId7"/>
    <p:sldId id="262" r:id="rId8"/>
    <p:sldId id="263" r:id="rId9"/>
    <p:sldId id="274" r:id="rId10"/>
    <p:sldId id="275" r:id="rId11"/>
    <p:sldId id="264" r:id="rId12"/>
    <p:sldId id="265" r:id="rId13"/>
    <p:sldId id="266" r:id="rId14"/>
    <p:sldId id="267" r:id="rId15"/>
    <p:sldId id="269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C4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A .T" userId="3c9aa555f08f08c3" providerId="LiveId" clId="{0EAFFD55-6BDF-41D7-A5ED-5E0DADB5EFAF}"/>
    <pc:docChg chg="undo custSel addSld delSld modSld sldOrd">
      <pc:chgData name="CHANDANA .T" userId="3c9aa555f08f08c3" providerId="LiveId" clId="{0EAFFD55-6BDF-41D7-A5ED-5E0DADB5EFAF}" dt="2025-11-13T11:47:29.835" v="552" actId="478"/>
      <pc:docMkLst>
        <pc:docMk/>
      </pc:docMkLst>
      <pc:sldChg chg="addSp delSp modSp new mod modClrScheme chgLayout">
        <pc:chgData name="CHANDANA .T" userId="3c9aa555f08f08c3" providerId="LiveId" clId="{0EAFFD55-6BDF-41D7-A5ED-5E0DADB5EFAF}" dt="2025-11-13T11:25:57.689" v="384" actId="22"/>
        <pc:sldMkLst>
          <pc:docMk/>
          <pc:sldMk cId="1531590966" sldId="256"/>
        </pc:sldMkLst>
        <pc:spChg chg="del mod">
          <ac:chgData name="CHANDANA .T" userId="3c9aa555f08f08c3" providerId="LiveId" clId="{0EAFFD55-6BDF-41D7-A5ED-5E0DADB5EFAF}" dt="2025-11-13T10:42:20.766" v="223" actId="700"/>
          <ac:spMkLst>
            <pc:docMk/>
            <pc:sldMk cId="1531590966" sldId="256"/>
            <ac:spMk id="2" creationId="{9A781F0B-E8B1-479D-9183-BD52F5828E53}"/>
          </ac:spMkLst>
        </pc:spChg>
        <pc:spChg chg="del mod">
          <ac:chgData name="CHANDANA .T" userId="3c9aa555f08f08c3" providerId="LiveId" clId="{0EAFFD55-6BDF-41D7-A5ED-5E0DADB5EFAF}" dt="2025-11-13T10:42:20.766" v="223" actId="700"/>
          <ac:spMkLst>
            <pc:docMk/>
            <pc:sldMk cId="1531590966" sldId="256"/>
            <ac:spMk id="3" creationId="{B1FA720C-EEF9-4F56-A9AB-DDF203539E71}"/>
          </ac:spMkLst>
        </pc:spChg>
        <pc:picChg chg="add del mod">
          <ac:chgData name="CHANDANA .T" userId="3c9aa555f08f08c3" providerId="LiveId" clId="{0EAFFD55-6BDF-41D7-A5ED-5E0DADB5EFAF}" dt="2025-11-13T11:10:10.390" v="343" actId="478"/>
          <ac:picMkLst>
            <pc:docMk/>
            <pc:sldMk cId="1531590966" sldId="256"/>
            <ac:picMk id="5" creationId="{A53DD2F5-8CE8-4880-B838-2A3DD61EFF89}"/>
          </ac:picMkLst>
        </pc:picChg>
        <pc:picChg chg="add">
          <ac:chgData name="CHANDANA .T" userId="3c9aa555f08f08c3" providerId="LiveId" clId="{0EAFFD55-6BDF-41D7-A5ED-5E0DADB5EFAF}" dt="2025-11-13T11:25:57.689" v="384" actId="22"/>
          <ac:picMkLst>
            <pc:docMk/>
            <pc:sldMk cId="1531590966" sldId="256"/>
            <ac:picMk id="7" creationId="{C69676AE-CC31-4495-B07D-464528A40034}"/>
          </ac:picMkLst>
        </pc:picChg>
      </pc:sldChg>
      <pc:sldChg chg="addSp delSp modSp new mod modClrScheme chgLayout">
        <pc:chgData name="CHANDANA .T" userId="3c9aa555f08f08c3" providerId="LiveId" clId="{0EAFFD55-6BDF-41D7-A5ED-5E0DADB5EFAF}" dt="2025-11-13T11:28:07.116" v="393" actId="1076"/>
        <pc:sldMkLst>
          <pc:docMk/>
          <pc:sldMk cId="532701029" sldId="257"/>
        </pc:sldMkLst>
        <pc:spChg chg="del mod ord">
          <ac:chgData name="CHANDANA .T" userId="3c9aa555f08f08c3" providerId="LiveId" clId="{0EAFFD55-6BDF-41D7-A5ED-5E0DADB5EFAF}" dt="2025-11-13T10:42:55.258" v="230" actId="478"/>
          <ac:spMkLst>
            <pc:docMk/>
            <pc:sldMk cId="532701029" sldId="257"/>
            <ac:spMk id="2" creationId="{E1A3A95A-85DC-4AE2-8E3F-F026BB9E1218}"/>
          </ac:spMkLst>
        </pc:spChg>
        <pc:spChg chg="del mod ord">
          <ac:chgData name="CHANDANA .T" userId="3c9aa555f08f08c3" providerId="LiveId" clId="{0EAFFD55-6BDF-41D7-A5ED-5E0DADB5EFAF}" dt="2025-11-13T10:42:47.325" v="228" actId="478"/>
          <ac:spMkLst>
            <pc:docMk/>
            <pc:sldMk cId="532701029" sldId="257"/>
            <ac:spMk id="3" creationId="{588C016D-CC14-40DA-B54B-C5BF374E8804}"/>
          </ac:spMkLst>
        </pc:spChg>
        <pc:spChg chg="add del mod">
          <ac:chgData name="CHANDANA .T" userId="3c9aa555f08f08c3" providerId="LiveId" clId="{0EAFFD55-6BDF-41D7-A5ED-5E0DADB5EFAF}" dt="2025-11-13T10:42:52.334" v="229" actId="478"/>
          <ac:spMkLst>
            <pc:docMk/>
            <pc:sldMk cId="532701029" sldId="257"/>
            <ac:spMk id="4" creationId="{1D4AD7DB-383A-4EC5-83C6-EB05DC344059}"/>
          </ac:spMkLst>
        </pc:spChg>
        <pc:spChg chg="add del mod">
          <ac:chgData name="CHANDANA .T" userId="3c9aa555f08f08c3" providerId="LiveId" clId="{0EAFFD55-6BDF-41D7-A5ED-5E0DADB5EFAF}" dt="2025-11-13T10:42:59.484" v="231" actId="478"/>
          <ac:spMkLst>
            <pc:docMk/>
            <pc:sldMk cId="532701029" sldId="257"/>
            <ac:spMk id="5" creationId="{DE59F1B1-C097-46B6-98B9-FA009D5DFEF0}"/>
          </ac:spMkLst>
        </pc:spChg>
        <pc:picChg chg="add del mod">
          <ac:chgData name="CHANDANA .T" userId="3c9aa555f08f08c3" providerId="LiveId" clId="{0EAFFD55-6BDF-41D7-A5ED-5E0DADB5EFAF}" dt="2025-11-13T11:10:14.176" v="344" actId="478"/>
          <ac:picMkLst>
            <pc:docMk/>
            <pc:sldMk cId="532701029" sldId="257"/>
            <ac:picMk id="7" creationId="{994CD9CE-08C6-469E-860C-A1CA240B395A}"/>
          </ac:picMkLst>
        </pc:picChg>
        <pc:picChg chg="add mod">
          <ac:chgData name="CHANDANA .T" userId="3c9aa555f08f08c3" providerId="LiveId" clId="{0EAFFD55-6BDF-41D7-A5ED-5E0DADB5EFAF}" dt="2025-11-13T11:28:07.116" v="393" actId="1076"/>
          <ac:picMkLst>
            <pc:docMk/>
            <pc:sldMk cId="532701029" sldId="257"/>
            <ac:picMk id="9" creationId="{5FA67FB4-74CD-4F99-9903-F25CBC1DE5CF}"/>
          </ac:picMkLst>
        </pc:picChg>
      </pc:sldChg>
      <pc:sldChg chg="addSp delSp modSp new mod modClrScheme chgLayout">
        <pc:chgData name="CHANDANA .T" userId="3c9aa555f08f08c3" providerId="LiveId" clId="{0EAFFD55-6BDF-41D7-A5ED-5E0DADB5EFAF}" dt="2025-11-13T10:47:23.594" v="258" actId="1076"/>
        <pc:sldMkLst>
          <pc:docMk/>
          <pc:sldMk cId="2215056917" sldId="258"/>
        </pc:sldMkLst>
        <pc:spChg chg="del mod ord">
          <ac:chgData name="CHANDANA .T" userId="3c9aa555f08f08c3" providerId="LiveId" clId="{0EAFFD55-6BDF-41D7-A5ED-5E0DADB5EFAF}" dt="2025-11-13T10:19:28.800" v="65" actId="700"/>
          <ac:spMkLst>
            <pc:docMk/>
            <pc:sldMk cId="2215056917" sldId="258"/>
            <ac:spMk id="2" creationId="{A8AA4E33-9FFC-4CA7-99A3-22DF83ADD88A}"/>
          </ac:spMkLst>
        </pc:spChg>
        <pc:spChg chg="del mod ord">
          <ac:chgData name="CHANDANA .T" userId="3c9aa555f08f08c3" providerId="LiveId" clId="{0EAFFD55-6BDF-41D7-A5ED-5E0DADB5EFAF}" dt="2025-11-13T10:19:28.800" v="65" actId="700"/>
          <ac:spMkLst>
            <pc:docMk/>
            <pc:sldMk cId="2215056917" sldId="258"/>
            <ac:spMk id="3" creationId="{41A1689E-3009-4DBB-B6D6-0321823BBB89}"/>
          </ac:spMkLst>
        </pc:spChg>
        <pc:spChg chg="add del mod ord">
          <ac:chgData name="CHANDANA .T" userId="3c9aa555f08f08c3" providerId="LiveId" clId="{0EAFFD55-6BDF-41D7-A5ED-5E0DADB5EFAF}" dt="2025-11-13T10:20:56.622" v="91" actId="478"/>
          <ac:spMkLst>
            <pc:docMk/>
            <pc:sldMk cId="2215056917" sldId="258"/>
            <ac:spMk id="4" creationId="{3DE680A9-9B55-4106-AB5C-8805821CAC37}"/>
          </ac:spMkLst>
        </pc:spChg>
        <pc:spChg chg="add del mod ord">
          <ac:chgData name="CHANDANA .T" userId="3c9aa555f08f08c3" providerId="LiveId" clId="{0EAFFD55-6BDF-41D7-A5ED-5E0DADB5EFAF}" dt="2025-11-13T10:43:29.147" v="237" actId="478"/>
          <ac:spMkLst>
            <pc:docMk/>
            <pc:sldMk cId="2215056917" sldId="258"/>
            <ac:spMk id="5" creationId="{05B7596C-1FF6-454F-B671-0F60F3056FFD}"/>
          </ac:spMkLst>
        </pc:spChg>
        <pc:spChg chg="add del mod ord">
          <ac:chgData name="CHANDANA .T" userId="3c9aa555f08f08c3" providerId="LiveId" clId="{0EAFFD55-6BDF-41D7-A5ED-5E0DADB5EFAF}" dt="2025-11-13T10:43:12.885" v="233" actId="478"/>
          <ac:spMkLst>
            <pc:docMk/>
            <pc:sldMk cId="2215056917" sldId="258"/>
            <ac:spMk id="6" creationId="{46DF2AD2-249F-4F98-B204-433FBEE51780}"/>
          </ac:spMkLst>
        </pc:spChg>
        <pc:spChg chg="add del mod ord">
          <ac:chgData name="CHANDANA .T" userId="3c9aa555f08f08c3" providerId="LiveId" clId="{0EAFFD55-6BDF-41D7-A5ED-5E0DADB5EFAF}" dt="2025-11-13T10:43:33.178" v="238" actId="478"/>
          <ac:spMkLst>
            <pc:docMk/>
            <pc:sldMk cId="2215056917" sldId="258"/>
            <ac:spMk id="7" creationId="{87E9430E-9F70-462A-822C-923D6199D105}"/>
          </ac:spMkLst>
        </pc:spChg>
        <pc:spChg chg="add del mod ord">
          <ac:chgData name="CHANDANA .T" userId="3c9aa555f08f08c3" providerId="LiveId" clId="{0EAFFD55-6BDF-41D7-A5ED-5E0DADB5EFAF}" dt="2025-11-13T10:43:35.910" v="239" actId="478"/>
          <ac:spMkLst>
            <pc:docMk/>
            <pc:sldMk cId="2215056917" sldId="258"/>
            <ac:spMk id="8" creationId="{AAC42F60-DB8A-4B1D-B3E6-908E77A5C213}"/>
          </ac:spMkLst>
        </pc:spChg>
        <pc:spChg chg="add del mod">
          <ac:chgData name="CHANDANA .T" userId="3c9aa555f08f08c3" providerId="LiveId" clId="{0EAFFD55-6BDF-41D7-A5ED-5E0DADB5EFAF}" dt="2025-11-13T10:43:19.067" v="234" actId="478"/>
          <ac:spMkLst>
            <pc:docMk/>
            <pc:sldMk cId="2215056917" sldId="258"/>
            <ac:spMk id="14" creationId="{089745F3-7B59-40B2-B986-674AFAD7C4C4}"/>
          </ac:spMkLst>
        </pc:spChg>
        <pc:picChg chg="add del mod">
          <ac:chgData name="CHANDANA .T" userId="3c9aa555f08f08c3" providerId="LiveId" clId="{0EAFFD55-6BDF-41D7-A5ED-5E0DADB5EFAF}" dt="2025-11-13T10:23:31.358" v="96" actId="478"/>
          <ac:picMkLst>
            <pc:docMk/>
            <pc:sldMk cId="2215056917" sldId="258"/>
            <ac:picMk id="10" creationId="{C434B12C-8907-4C5B-8D92-245610EC2C40}"/>
          </ac:picMkLst>
        </pc:picChg>
        <pc:picChg chg="add del mod">
          <ac:chgData name="CHANDANA .T" userId="3c9aa555f08f08c3" providerId="LiveId" clId="{0EAFFD55-6BDF-41D7-A5ED-5E0DADB5EFAF}" dt="2025-11-13T10:43:25.852" v="236" actId="478"/>
          <ac:picMkLst>
            <pc:docMk/>
            <pc:sldMk cId="2215056917" sldId="258"/>
            <ac:picMk id="12" creationId="{A83D9432-5900-4DBA-81D2-372B25F2A9B7}"/>
          </ac:picMkLst>
        </pc:picChg>
        <pc:picChg chg="add del mod modCrop">
          <ac:chgData name="CHANDANA .T" userId="3c9aa555f08f08c3" providerId="LiveId" clId="{0EAFFD55-6BDF-41D7-A5ED-5E0DADB5EFAF}" dt="2025-11-13T10:44:36.542" v="252" actId="478"/>
          <ac:picMkLst>
            <pc:docMk/>
            <pc:sldMk cId="2215056917" sldId="258"/>
            <ac:picMk id="16" creationId="{3C04AEDA-8A22-446C-86CE-F3013C5EE12E}"/>
          </ac:picMkLst>
        </pc:picChg>
        <pc:picChg chg="add mod">
          <ac:chgData name="CHANDANA .T" userId="3c9aa555f08f08c3" providerId="LiveId" clId="{0EAFFD55-6BDF-41D7-A5ED-5E0DADB5EFAF}" dt="2025-11-13T10:47:23.594" v="258" actId="1076"/>
          <ac:picMkLst>
            <pc:docMk/>
            <pc:sldMk cId="2215056917" sldId="258"/>
            <ac:picMk id="18" creationId="{03087631-BD74-4DBB-B17D-A7453AE71FCD}"/>
          </ac:picMkLst>
        </pc:picChg>
      </pc:sldChg>
      <pc:sldChg chg="modSp new del mod">
        <pc:chgData name="CHANDANA .T" userId="3c9aa555f08f08c3" providerId="LiveId" clId="{0EAFFD55-6BDF-41D7-A5ED-5E0DADB5EFAF}" dt="2025-11-13T10:48:06.451" v="259" actId="47"/>
        <pc:sldMkLst>
          <pc:docMk/>
          <pc:sldMk cId="523548543" sldId="259"/>
        </pc:sldMkLst>
        <pc:spChg chg="mod">
          <ac:chgData name="CHANDANA .T" userId="3c9aa555f08f08c3" providerId="LiveId" clId="{0EAFFD55-6BDF-41D7-A5ED-5E0DADB5EFAF}" dt="2025-11-13T10:25:14.243" v="135" actId="20577"/>
          <ac:spMkLst>
            <pc:docMk/>
            <pc:sldMk cId="523548543" sldId="259"/>
            <ac:spMk id="2" creationId="{5849AF00-7954-4718-A727-BA5F84097478}"/>
          </ac:spMkLst>
        </pc:spChg>
        <pc:spChg chg="mod">
          <ac:chgData name="CHANDANA .T" userId="3c9aa555f08f08c3" providerId="LiveId" clId="{0EAFFD55-6BDF-41D7-A5ED-5E0DADB5EFAF}" dt="2025-11-13T10:24:20.197" v="103" actId="20577"/>
          <ac:spMkLst>
            <pc:docMk/>
            <pc:sldMk cId="523548543" sldId="259"/>
            <ac:spMk id="3" creationId="{0429B6D6-17FD-4420-AF24-9CAE4B43F979}"/>
          </ac:spMkLst>
        </pc:spChg>
        <pc:spChg chg="mod">
          <ac:chgData name="CHANDANA .T" userId="3c9aa555f08f08c3" providerId="LiveId" clId="{0EAFFD55-6BDF-41D7-A5ED-5E0DADB5EFAF}" dt="2025-11-13T10:24:46.103" v="113" actId="20577"/>
          <ac:spMkLst>
            <pc:docMk/>
            <pc:sldMk cId="523548543" sldId="259"/>
            <ac:spMk id="4" creationId="{DB0A1353-BD62-47EE-A750-29B9C41F2B74}"/>
          </ac:spMkLst>
        </pc:spChg>
        <pc:spChg chg="mod">
          <ac:chgData name="CHANDANA .T" userId="3c9aa555f08f08c3" providerId="LiveId" clId="{0EAFFD55-6BDF-41D7-A5ED-5E0DADB5EFAF}" dt="2025-11-13T10:24:29.084" v="105" actId="20577"/>
          <ac:spMkLst>
            <pc:docMk/>
            <pc:sldMk cId="523548543" sldId="259"/>
            <ac:spMk id="5" creationId="{DCEA07F5-7CC5-4328-9DC2-F201C9278143}"/>
          </ac:spMkLst>
        </pc:spChg>
        <pc:spChg chg="mod">
          <ac:chgData name="CHANDANA .T" userId="3c9aa555f08f08c3" providerId="LiveId" clId="{0EAFFD55-6BDF-41D7-A5ED-5E0DADB5EFAF}" dt="2025-11-13T10:25:05.053" v="119" actId="20577"/>
          <ac:spMkLst>
            <pc:docMk/>
            <pc:sldMk cId="523548543" sldId="259"/>
            <ac:spMk id="6" creationId="{921C813F-4F2E-49B3-81D3-B7CBC4C2BEFF}"/>
          </ac:spMkLst>
        </pc:spChg>
      </pc:sldChg>
      <pc:sldChg chg="addSp delSp modSp new mod modClrScheme chgLayout">
        <pc:chgData name="CHANDANA .T" userId="3c9aa555f08f08c3" providerId="LiveId" clId="{0EAFFD55-6BDF-41D7-A5ED-5E0DADB5EFAF}" dt="2025-11-13T11:45:55.609" v="551" actId="20577"/>
        <pc:sldMkLst>
          <pc:docMk/>
          <pc:sldMk cId="830249879" sldId="260"/>
        </pc:sldMkLst>
        <pc:spChg chg="del">
          <ac:chgData name="CHANDANA .T" userId="3c9aa555f08f08c3" providerId="LiveId" clId="{0EAFFD55-6BDF-41D7-A5ED-5E0DADB5EFAF}" dt="2025-11-13T10:25:48.155" v="138" actId="700"/>
          <ac:spMkLst>
            <pc:docMk/>
            <pc:sldMk cId="830249879" sldId="260"/>
            <ac:spMk id="2" creationId="{FEA3FE27-41A0-41F2-8D5E-37940E4C38CB}"/>
          </ac:spMkLst>
        </pc:spChg>
        <pc:spChg chg="del">
          <ac:chgData name="CHANDANA .T" userId="3c9aa555f08f08c3" providerId="LiveId" clId="{0EAFFD55-6BDF-41D7-A5ED-5E0DADB5EFAF}" dt="2025-11-13T10:25:48.155" v="138" actId="700"/>
          <ac:spMkLst>
            <pc:docMk/>
            <pc:sldMk cId="830249879" sldId="260"/>
            <ac:spMk id="3" creationId="{ECF5E504-4012-41DE-9DB8-62F471245AD1}"/>
          </ac:spMkLst>
        </pc:spChg>
        <pc:spChg chg="del">
          <ac:chgData name="CHANDANA .T" userId="3c9aa555f08f08c3" providerId="LiveId" clId="{0EAFFD55-6BDF-41D7-A5ED-5E0DADB5EFAF}" dt="2025-11-13T10:25:48.155" v="138" actId="700"/>
          <ac:spMkLst>
            <pc:docMk/>
            <pc:sldMk cId="830249879" sldId="260"/>
            <ac:spMk id="4" creationId="{6A69506A-07A4-4460-91E7-2C87F9FEB94D}"/>
          </ac:spMkLst>
        </pc:spChg>
        <pc:spChg chg="del">
          <ac:chgData name="CHANDANA .T" userId="3c9aa555f08f08c3" providerId="LiveId" clId="{0EAFFD55-6BDF-41D7-A5ED-5E0DADB5EFAF}" dt="2025-11-13T10:25:48.155" v="138" actId="700"/>
          <ac:spMkLst>
            <pc:docMk/>
            <pc:sldMk cId="830249879" sldId="260"/>
            <ac:spMk id="5" creationId="{37614D34-9E60-462E-A866-4CD49C2551AE}"/>
          </ac:spMkLst>
        </pc:spChg>
        <pc:spChg chg="del">
          <ac:chgData name="CHANDANA .T" userId="3c9aa555f08f08c3" providerId="LiveId" clId="{0EAFFD55-6BDF-41D7-A5ED-5E0DADB5EFAF}" dt="2025-11-13T10:25:48.155" v="138" actId="700"/>
          <ac:spMkLst>
            <pc:docMk/>
            <pc:sldMk cId="830249879" sldId="260"/>
            <ac:spMk id="6" creationId="{92C424D7-C5F1-403D-ACFA-CDBF11C35366}"/>
          </ac:spMkLst>
        </pc:spChg>
        <pc:spChg chg="add mod">
          <ac:chgData name="CHANDANA .T" userId="3c9aa555f08f08c3" providerId="LiveId" clId="{0EAFFD55-6BDF-41D7-A5ED-5E0DADB5EFAF}" dt="2025-11-13T11:45:55.609" v="551" actId="20577"/>
          <ac:spMkLst>
            <pc:docMk/>
            <pc:sldMk cId="830249879" sldId="260"/>
            <ac:spMk id="9" creationId="{E16275A8-D57B-40C8-83BE-10E78EC78115}"/>
          </ac:spMkLst>
        </pc:spChg>
        <pc:picChg chg="add mod">
          <ac:chgData name="CHANDANA .T" userId="3c9aa555f08f08c3" providerId="LiveId" clId="{0EAFFD55-6BDF-41D7-A5ED-5E0DADB5EFAF}" dt="2025-11-13T10:30:39.848" v="158" actId="1076"/>
          <ac:picMkLst>
            <pc:docMk/>
            <pc:sldMk cId="830249879" sldId="260"/>
            <ac:picMk id="8" creationId="{895D0623-380D-4E69-914A-517D36FC3718}"/>
          </ac:picMkLst>
        </pc:picChg>
      </pc:sldChg>
      <pc:sldChg chg="new del">
        <pc:chgData name="CHANDANA .T" userId="3c9aa555f08f08c3" providerId="LiveId" clId="{0EAFFD55-6BDF-41D7-A5ED-5E0DADB5EFAF}" dt="2025-11-13T10:27:14.056" v="140" actId="47"/>
        <pc:sldMkLst>
          <pc:docMk/>
          <pc:sldMk cId="2205150200" sldId="261"/>
        </pc:sldMkLst>
      </pc:sldChg>
      <pc:sldChg chg="addSp delSp modSp new mod">
        <pc:chgData name="CHANDANA .T" userId="3c9aa555f08f08c3" providerId="LiveId" clId="{0EAFFD55-6BDF-41D7-A5ED-5E0DADB5EFAF}" dt="2025-11-13T11:45:45.710" v="547" actId="478"/>
        <pc:sldMkLst>
          <pc:docMk/>
          <pc:sldMk cId="1837719677" sldId="262"/>
        </pc:sldMkLst>
        <pc:spChg chg="add del mod">
          <ac:chgData name="CHANDANA .T" userId="3c9aa555f08f08c3" providerId="LiveId" clId="{0EAFFD55-6BDF-41D7-A5ED-5E0DADB5EFAF}" dt="2025-11-13T11:45:45.710" v="547" actId="478"/>
          <ac:spMkLst>
            <pc:docMk/>
            <pc:sldMk cId="1837719677" sldId="262"/>
            <ac:spMk id="12" creationId="{A4E1EFB6-B173-458E-803E-9507D57F3E50}"/>
          </ac:spMkLst>
        </pc:spChg>
        <pc:picChg chg="add del mod modCrop">
          <ac:chgData name="CHANDANA .T" userId="3c9aa555f08f08c3" providerId="LiveId" clId="{0EAFFD55-6BDF-41D7-A5ED-5E0DADB5EFAF}" dt="2025-11-13T10:38:07.713" v="176" actId="478"/>
          <ac:picMkLst>
            <pc:docMk/>
            <pc:sldMk cId="1837719677" sldId="262"/>
            <ac:picMk id="3" creationId="{2C49DC9E-BEB8-4F85-9C62-3AB853BDD9DA}"/>
          </ac:picMkLst>
        </pc:picChg>
        <pc:picChg chg="add del mod modCrop">
          <ac:chgData name="CHANDANA .T" userId="3c9aa555f08f08c3" providerId="LiveId" clId="{0EAFFD55-6BDF-41D7-A5ED-5E0DADB5EFAF}" dt="2025-11-13T10:38:05.398" v="175" actId="478"/>
          <ac:picMkLst>
            <pc:docMk/>
            <pc:sldMk cId="1837719677" sldId="262"/>
            <ac:picMk id="5" creationId="{E8DF09D1-7D78-4355-B515-6B5ED247DDAB}"/>
          </ac:picMkLst>
        </pc:picChg>
        <pc:picChg chg="add del mod modCrop">
          <ac:chgData name="CHANDANA .T" userId="3c9aa555f08f08c3" providerId="LiveId" clId="{0EAFFD55-6BDF-41D7-A5ED-5E0DADB5EFAF}" dt="2025-11-13T10:49:20.432" v="266" actId="478"/>
          <ac:picMkLst>
            <pc:docMk/>
            <pc:sldMk cId="1837719677" sldId="262"/>
            <ac:picMk id="7" creationId="{8AF79197-B113-43EA-A022-0DBA92310FD4}"/>
          </ac:picMkLst>
        </pc:picChg>
        <pc:picChg chg="add del mod modCrop">
          <ac:chgData name="CHANDANA .T" userId="3c9aa555f08f08c3" providerId="LiveId" clId="{0EAFFD55-6BDF-41D7-A5ED-5E0DADB5EFAF}" dt="2025-11-13T10:49:18.712" v="265" actId="478"/>
          <ac:picMkLst>
            <pc:docMk/>
            <pc:sldMk cId="1837719677" sldId="262"/>
            <ac:picMk id="9" creationId="{C1D1CB87-4D93-4D52-ADA8-BF84ED4D7B16}"/>
          </ac:picMkLst>
        </pc:picChg>
        <pc:picChg chg="add mod">
          <ac:chgData name="CHANDANA .T" userId="3c9aa555f08f08c3" providerId="LiveId" clId="{0EAFFD55-6BDF-41D7-A5ED-5E0DADB5EFAF}" dt="2025-11-13T11:43:48.301" v="531" actId="1076"/>
          <ac:picMkLst>
            <pc:docMk/>
            <pc:sldMk cId="1837719677" sldId="262"/>
            <ac:picMk id="11" creationId="{AEADDCFF-F8BE-458E-BD3E-0A5CA35D042A}"/>
          </ac:picMkLst>
        </pc:picChg>
      </pc:sldChg>
      <pc:sldChg chg="addSp delSp modSp new mod">
        <pc:chgData name="CHANDANA .T" userId="3c9aa555f08f08c3" providerId="LiveId" clId="{0EAFFD55-6BDF-41D7-A5ED-5E0DADB5EFAF}" dt="2025-11-13T11:39:23.417" v="472" actId="207"/>
        <pc:sldMkLst>
          <pc:docMk/>
          <pc:sldMk cId="4007471288" sldId="263"/>
        </pc:sldMkLst>
        <pc:spChg chg="add del mod">
          <ac:chgData name="CHANDANA .T" userId="3c9aa555f08f08c3" providerId="LiveId" clId="{0EAFFD55-6BDF-41D7-A5ED-5E0DADB5EFAF}" dt="2025-11-13T11:34:49.872" v="406" actId="478"/>
          <ac:spMkLst>
            <pc:docMk/>
            <pc:sldMk cId="4007471288" sldId="263"/>
            <ac:spMk id="2" creationId="{0E63B43F-381A-4F1D-82D5-0D31389DB83F}"/>
          </ac:spMkLst>
        </pc:spChg>
        <pc:spChg chg="add mod">
          <ac:chgData name="CHANDANA .T" userId="3c9aa555f08f08c3" providerId="LiveId" clId="{0EAFFD55-6BDF-41D7-A5ED-5E0DADB5EFAF}" dt="2025-11-13T11:39:23.417" v="472" actId="207"/>
          <ac:spMkLst>
            <pc:docMk/>
            <pc:sldMk cId="4007471288" sldId="263"/>
            <ac:spMk id="17" creationId="{1B655280-FF0D-4267-9809-494CF75EB801}"/>
          </ac:spMkLst>
        </pc:spChg>
        <pc:picChg chg="add del mod">
          <ac:chgData name="CHANDANA .T" userId="3c9aa555f08f08c3" providerId="LiveId" clId="{0EAFFD55-6BDF-41D7-A5ED-5E0DADB5EFAF}" dt="2025-11-13T11:27:20.220" v="386" actId="478"/>
          <ac:picMkLst>
            <pc:docMk/>
            <pc:sldMk cId="4007471288" sldId="263"/>
            <ac:picMk id="4" creationId="{D79AF319-7763-45C1-B210-9DD54A194F71}"/>
          </ac:picMkLst>
        </pc:picChg>
        <pc:picChg chg="add del">
          <ac:chgData name="CHANDANA .T" userId="3c9aa555f08f08c3" providerId="LiveId" clId="{0EAFFD55-6BDF-41D7-A5ED-5E0DADB5EFAF}" dt="2025-11-13T11:04:31.302" v="326" actId="22"/>
          <ac:picMkLst>
            <pc:docMk/>
            <pc:sldMk cId="4007471288" sldId="263"/>
            <ac:picMk id="6" creationId="{DAC518A4-8E3B-4958-9351-C3B3409FF8DD}"/>
          </ac:picMkLst>
        </pc:picChg>
        <pc:picChg chg="add mod">
          <ac:chgData name="CHANDANA .T" userId="3c9aa555f08f08c3" providerId="LiveId" clId="{0EAFFD55-6BDF-41D7-A5ED-5E0DADB5EFAF}" dt="2025-11-13T11:34:37.203" v="404" actId="1076"/>
          <ac:picMkLst>
            <pc:docMk/>
            <pc:sldMk cId="4007471288" sldId="263"/>
            <ac:picMk id="8" creationId="{8532BD4D-2025-45A0-8E72-A185D71371F5}"/>
          </ac:picMkLst>
        </pc:picChg>
        <pc:picChg chg="add mod">
          <ac:chgData name="CHANDANA .T" userId="3c9aa555f08f08c3" providerId="LiveId" clId="{0EAFFD55-6BDF-41D7-A5ED-5E0DADB5EFAF}" dt="2025-11-13T11:34:42.265" v="405" actId="1076"/>
          <ac:picMkLst>
            <pc:docMk/>
            <pc:sldMk cId="4007471288" sldId="263"/>
            <ac:picMk id="10" creationId="{BC223C66-DBC3-4C2C-B0D3-06783C5C0BDD}"/>
          </ac:picMkLst>
        </pc:picChg>
        <pc:picChg chg="add mod">
          <ac:chgData name="CHANDANA .T" userId="3c9aa555f08f08c3" providerId="LiveId" clId="{0EAFFD55-6BDF-41D7-A5ED-5E0DADB5EFAF}" dt="2025-11-13T11:34:34.329" v="403" actId="1076"/>
          <ac:picMkLst>
            <pc:docMk/>
            <pc:sldMk cId="4007471288" sldId="263"/>
            <ac:picMk id="12" creationId="{9DA15A7E-0159-432E-8B12-96E1E548C3BC}"/>
          </ac:picMkLst>
        </pc:picChg>
        <pc:picChg chg="add del mod modCrop">
          <ac:chgData name="CHANDANA .T" userId="3c9aa555f08f08c3" providerId="LiveId" clId="{0EAFFD55-6BDF-41D7-A5ED-5E0DADB5EFAF}" dt="2025-11-13T11:37:52.967" v="426" actId="478"/>
          <ac:picMkLst>
            <pc:docMk/>
            <pc:sldMk cId="4007471288" sldId="263"/>
            <ac:picMk id="14" creationId="{63FE49E5-6AFE-41B4-A915-D9632E760A07}"/>
          </ac:picMkLst>
        </pc:picChg>
        <pc:picChg chg="add mod modCrop">
          <ac:chgData name="CHANDANA .T" userId="3c9aa555f08f08c3" providerId="LiveId" clId="{0EAFFD55-6BDF-41D7-A5ED-5E0DADB5EFAF}" dt="2025-11-13T11:37:10.708" v="416" actId="1076"/>
          <ac:picMkLst>
            <pc:docMk/>
            <pc:sldMk cId="4007471288" sldId="263"/>
            <ac:picMk id="16" creationId="{A0BC2025-69FA-4ADD-8832-A1DE962C72B2}"/>
          </ac:picMkLst>
        </pc:picChg>
      </pc:sldChg>
      <pc:sldChg chg="addSp delSp modSp new mod">
        <pc:chgData name="CHANDANA .T" userId="3c9aa555f08f08c3" providerId="LiveId" clId="{0EAFFD55-6BDF-41D7-A5ED-5E0DADB5EFAF}" dt="2025-11-13T11:47:29.835" v="552" actId="478"/>
        <pc:sldMkLst>
          <pc:docMk/>
          <pc:sldMk cId="820384921" sldId="264"/>
        </pc:sldMkLst>
        <pc:spChg chg="add del mod">
          <ac:chgData name="CHANDANA .T" userId="3c9aa555f08f08c3" providerId="LiveId" clId="{0EAFFD55-6BDF-41D7-A5ED-5E0DADB5EFAF}" dt="2025-11-13T11:47:29.835" v="552" actId="478"/>
          <ac:spMkLst>
            <pc:docMk/>
            <pc:sldMk cId="820384921" sldId="264"/>
            <ac:spMk id="6" creationId="{23E2D539-724D-4831-9F75-8431CB8BE47E}"/>
          </ac:spMkLst>
        </pc:spChg>
        <pc:picChg chg="add mod modCrop">
          <ac:chgData name="CHANDANA .T" userId="3c9aa555f08f08c3" providerId="LiveId" clId="{0EAFFD55-6BDF-41D7-A5ED-5E0DADB5EFAF}" dt="2025-11-13T10:41:01.262" v="213" actId="1076"/>
          <ac:picMkLst>
            <pc:docMk/>
            <pc:sldMk cId="820384921" sldId="264"/>
            <ac:picMk id="3" creationId="{A34BCED1-1723-4147-9B00-CAEB8A79FA70}"/>
          </ac:picMkLst>
        </pc:picChg>
        <pc:picChg chg="add del mod modCrop">
          <ac:chgData name="CHANDANA .T" userId="3c9aa555f08f08c3" providerId="LiveId" clId="{0EAFFD55-6BDF-41D7-A5ED-5E0DADB5EFAF}" dt="2025-11-13T10:55:08.112" v="285" actId="478"/>
          <ac:picMkLst>
            <pc:docMk/>
            <pc:sldMk cId="820384921" sldId="264"/>
            <ac:picMk id="5" creationId="{5606C6A6-0972-4B14-8A7D-1B4F05124232}"/>
          </ac:picMkLst>
        </pc:picChg>
      </pc:sldChg>
      <pc:sldChg chg="addSp modSp new mod">
        <pc:chgData name="CHANDANA .T" userId="3c9aa555f08f08c3" providerId="LiveId" clId="{0EAFFD55-6BDF-41D7-A5ED-5E0DADB5EFAF}" dt="2025-11-13T11:42:44.441" v="522" actId="1076"/>
        <pc:sldMkLst>
          <pc:docMk/>
          <pc:sldMk cId="4147498973" sldId="265"/>
        </pc:sldMkLst>
        <pc:spChg chg="add mod">
          <ac:chgData name="CHANDANA .T" userId="3c9aa555f08f08c3" providerId="LiveId" clId="{0EAFFD55-6BDF-41D7-A5ED-5E0DADB5EFAF}" dt="2025-11-13T11:42:44.441" v="522" actId="1076"/>
          <ac:spMkLst>
            <pc:docMk/>
            <pc:sldMk cId="4147498973" sldId="265"/>
            <ac:spMk id="5" creationId="{1602B01B-26B3-45FE-8EF2-3E903E748A05}"/>
          </ac:spMkLst>
        </pc:spChg>
        <pc:picChg chg="add mod modCrop">
          <ac:chgData name="CHANDANA .T" userId="3c9aa555f08f08c3" providerId="LiveId" clId="{0EAFFD55-6BDF-41D7-A5ED-5E0DADB5EFAF}" dt="2025-11-13T11:41:46.653" v="513" actId="1076"/>
          <ac:picMkLst>
            <pc:docMk/>
            <pc:sldMk cId="4147498973" sldId="265"/>
            <ac:picMk id="3" creationId="{CB468E35-2965-4464-815A-C5FC9DF56B1C}"/>
          </ac:picMkLst>
        </pc:picChg>
      </pc:sldChg>
      <pc:sldChg chg="addSp modSp new mod">
        <pc:chgData name="CHANDANA .T" userId="3c9aa555f08f08c3" providerId="LiveId" clId="{0EAFFD55-6BDF-41D7-A5ED-5E0DADB5EFAF}" dt="2025-11-13T10:57:02.960" v="306" actId="1076"/>
        <pc:sldMkLst>
          <pc:docMk/>
          <pc:sldMk cId="1044037848" sldId="266"/>
        </pc:sldMkLst>
        <pc:picChg chg="add mod modCrop">
          <ac:chgData name="CHANDANA .T" userId="3c9aa555f08f08c3" providerId="LiveId" clId="{0EAFFD55-6BDF-41D7-A5ED-5E0DADB5EFAF}" dt="2025-11-13T10:57:02.960" v="306" actId="1076"/>
          <ac:picMkLst>
            <pc:docMk/>
            <pc:sldMk cId="1044037848" sldId="266"/>
            <ac:picMk id="3" creationId="{C8EBDBEF-19C7-4AB0-ABEC-BDD955B65701}"/>
          </ac:picMkLst>
        </pc:picChg>
      </pc:sldChg>
      <pc:sldChg chg="addSp delSp modSp new mod">
        <pc:chgData name="CHANDANA .T" userId="3c9aa555f08f08c3" providerId="LiveId" clId="{0EAFFD55-6BDF-41D7-A5ED-5E0DADB5EFAF}" dt="2025-11-13T11:40:16.528" v="475"/>
        <pc:sldMkLst>
          <pc:docMk/>
          <pc:sldMk cId="2178307899" sldId="267"/>
        </pc:sldMkLst>
        <pc:spChg chg="add mod">
          <ac:chgData name="CHANDANA .T" userId="3c9aa555f08f08c3" providerId="LiveId" clId="{0EAFFD55-6BDF-41D7-A5ED-5E0DADB5EFAF}" dt="2025-11-13T11:40:16.528" v="475"/>
          <ac:spMkLst>
            <pc:docMk/>
            <pc:sldMk cId="2178307899" sldId="267"/>
            <ac:spMk id="6" creationId="{4884630C-9659-43D8-A031-0971C6CC8F23}"/>
          </ac:spMkLst>
        </pc:spChg>
        <pc:picChg chg="add del mod">
          <ac:chgData name="CHANDANA .T" userId="3c9aa555f08f08c3" providerId="LiveId" clId="{0EAFFD55-6BDF-41D7-A5ED-5E0DADB5EFAF}" dt="2025-11-13T11:15:23.347" v="354" actId="478"/>
          <ac:picMkLst>
            <pc:docMk/>
            <pc:sldMk cId="2178307899" sldId="267"/>
            <ac:picMk id="3" creationId="{9BC894C0-DC41-4A6C-A600-8DFE24A5590B}"/>
          </ac:picMkLst>
        </pc:picChg>
        <pc:picChg chg="add mod modCrop">
          <ac:chgData name="CHANDANA .T" userId="3c9aa555f08f08c3" providerId="LiveId" clId="{0EAFFD55-6BDF-41D7-A5ED-5E0DADB5EFAF}" dt="2025-11-13T11:18:35.214" v="366" actId="732"/>
          <ac:picMkLst>
            <pc:docMk/>
            <pc:sldMk cId="2178307899" sldId="267"/>
            <ac:picMk id="5" creationId="{2629D9A4-A231-4A14-971D-1EFBEFEEEFA7}"/>
          </ac:picMkLst>
        </pc:picChg>
      </pc:sldChg>
      <pc:sldChg chg="addSp modSp new del">
        <pc:chgData name="CHANDANA .T" userId="3c9aa555f08f08c3" providerId="LiveId" clId="{0EAFFD55-6BDF-41D7-A5ED-5E0DADB5EFAF}" dt="2025-11-13T11:15:25.497" v="355" actId="47"/>
        <pc:sldMkLst>
          <pc:docMk/>
          <pc:sldMk cId="2880357678" sldId="268"/>
        </pc:sldMkLst>
        <pc:picChg chg="add mod">
          <ac:chgData name="CHANDANA .T" userId="3c9aa555f08f08c3" providerId="LiveId" clId="{0EAFFD55-6BDF-41D7-A5ED-5E0DADB5EFAF}" dt="2025-11-13T10:41:34.947" v="219"/>
          <ac:picMkLst>
            <pc:docMk/>
            <pc:sldMk cId="2880357678" sldId="268"/>
            <ac:picMk id="3" creationId="{6DBD676E-ABCD-4B25-8856-B88CE72448D5}"/>
          </ac:picMkLst>
        </pc:picChg>
      </pc:sldChg>
      <pc:sldChg chg="addSp delSp modSp new mod">
        <pc:chgData name="CHANDANA .T" userId="3c9aa555f08f08c3" providerId="LiveId" clId="{0EAFFD55-6BDF-41D7-A5ED-5E0DADB5EFAF}" dt="2025-11-13T11:20:53.757" v="379" actId="1076"/>
        <pc:sldMkLst>
          <pc:docMk/>
          <pc:sldMk cId="811714231" sldId="269"/>
        </pc:sldMkLst>
        <pc:picChg chg="add del mod modCrop">
          <ac:chgData name="CHANDANA .T" userId="3c9aa555f08f08c3" providerId="LiveId" clId="{0EAFFD55-6BDF-41D7-A5ED-5E0DADB5EFAF}" dt="2025-11-13T10:57:35.316" v="308" actId="478"/>
          <ac:picMkLst>
            <pc:docMk/>
            <pc:sldMk cId="811714231" sldId="269"/>
            <ac:picMk id="3" creationId="{89F0B592-3934-41AB-8D83-F4CC6040E334}"/>
          </ac:picMkLst>
        </pc:picChg>
        <pc:picChg chg="add mod">
          <ac:chgData name="CHANDANA .T" userId="3c9aa555f08f08c3" providerId="LiveId" clId="{0EAFFD55-6BDF-41D7-A5ED-5E0DADB5EFAF}" dt="2025-11-13T11:20:53.757" v="379" actId="1076"/>
          <ac:picMkLst>
            <pc:docMk/>
            <pc:sldMk cId="811714231" sldId="269"/>
            <ac:picMk id="5" creationId="{68E6CC31-5F56-454F-A91F-B90D77F70203}"/>
          </ac:picMkLst>
        </pc:picChg>
      </pc:sldChg>
      <pc:sldChg chg="new del">
        <pc:chgData name="CHANDANA .T" userId="3c9aa555f08f08c3" providerId="LiveId" clId="{0EAFFD55-6BDF-41D7-A5ED-5E0DADB5EFAF}" dt="2025-11-13T11:05:57.931" v="332" actId="47"/>
        <pc:sldMkLst>
          <pc:docMk/>
          <pc:sldMk cId="3687317734" sldId="270"/>
        </pc:sldMkLst>
      </pc:sldChg>
      <pc:sldChg chg="new del">
        <pc:chgData name="CHANDANA .T" userId="3c9aa555f08f08c3" providerId="LiveId" clId="{0EAFFD55-6BDF-41D7-A5ED-5E0DADB5EFAF}" dt="2025-11-13T11:05:56.763" v="331" actId="47"/>
        <pc:sldMkLst>
          <pc:docMk/>
          <pc:sldMk cId="3376709231" sldId="271"/>
        </pc:sldMkLst>
      </pc:sldChg>
      <pc:sldChg chg="addSp modSp new mod ord">
        <pc:chgData name="CHANDANA .T" userId="3c9aa555f08f08c3" providerId="LiveId" clId="{0EAFFD55-6BDF-41D7-A5ED-5E0DADB5EFAF}" dt="2025-11-13T11:45:13.446" v="546"/>
        <pc:sldMkLst>
          <pc:docMk/>
          <pc:sldMk cId="897433391" sldId="272"/>
        </pc:sldMkLst>
        <pc:spChg chg="add mod">
          <ac:chgData name="CHANDANA .T" userId="3c9aa555f08f08c3" providerId="LiveId" clId="{0EAFFD55-6BDF-41D7-A5ED-5E0DADB5EFAF}" dt="2025-11-13T11:45:13.446" v="546"/>
          <ac:spMkLst>
            <pc:docMk/>
            <pc:sldMk cId="897433391" sldId="272"/>
            <ac:spMk id="4" creationId="{375DB0EE-5B2F-44F1-BF43-9844598FD52D}"/>
          </ac:spMkLst>
        </pc:spChg>
        <pc:picChg chg="add mod">
          <ac:chgData name="CHANDANA .T" userId="3c9aa555f08f08c3" providerId="LiveId" clId="{0EAFFD55-6BDF-41D7-A5ED-5E0DADB5EFAF}" dt="2025-11-13T10:27:35.771" v="153" actId="1076"/>
          <ac:picMkLst>
            <pc:docMk/>
            <pc:sldMk cId="897433391" sldId="272"/>
            <ac:picMk id="3" creationId="{6877189D-882B-42A5-A58A-E3C471BF7CCF}"/>
          </ac:picMkLst>
        </pc:picChg>
      </pc:sldChg>
      <pc:sldChg chg="addSp delSp modSp new mod">
        <pc:chgData name="CHANDANA .T" userId="3c9aa555f08f08c3" providerId="LiveId" clId="{0EAFFD55-6BDF-41D7-A5ED-5E0DADB5EFAF}" dt="2025-11-13T11:44:54.654" v="545"/>
        <pc:sldMkLst>
          <pc:docMk/>
          <pc:sldMk cId="1431245193" sldId="273"/>
        </pc:sldMkLst>
        <pc:spChg chg="add del mod">
          <ac:chgData name="CHANDANA .T" userId="3c9aa555f08f08c3" providerId="LiveId" clId="{0EAFFD55-6BDF-41D7-A5ED-5E0DADB5EFAF}" dt="2025-11-13T11:44:34.845" v="540" actId="20577"/>
          <ac:spMkLst>
            <pc:docMk/>
            <pc:sldMk cId="1431245193" sldId="273"/>
            <ac:spMk id="4" creationId="{0D710CBE-618F-4EDF-BB7B-512863FFC5AE}"/>
          </ac:spMkLst>
        </pc:spChg>
        <pc:spChg chg="add del mod">
          <ac:chgData name="CHANDANA .T" userId="3c9aa555f08f08c3" providerId="LiveId" clId="{0EAFFD55-6BDF-41D7-A5ED-5E0DADB5EFAF}" dt="2025-11-13T11:44:43.833" v="543" actId="478"/>
          <ac:spMkLst>
            <pc:docMk/>
            <pc:sldMk cId="1431245193" sldId="273"/>
            <ac:spMk id="5" creationId="{453F9630-FA84-4634-B4D8-E66DC41C5356}"/>
          </ac:spMkLst>
        </pc:spChg>
        <pc:spChg chg="add mod">
          <ac:chgData name="CHANDANA .T" userId="3c9aa555f08f08c3" providerId="LiveId" clId="{0EAFFD55-6BDF-41D7-A5ED-5E0DADB5EFAF}" dt="2025-11-13T11:44:54.654" v="545"/>
          <ac:spMkLst>
            <pc:docMk/>
            <pc:sldMk cId="1431245193" sldId="273"/>
            <ac:spMk id="6" creationId="{7496242A-2CCE-458D-A551-BAFB9A6B4F27}"/>
          </ac:spMkLst>
        </pc:spChg>
        <pc:picChg chg="add mod">
          <ac:chgData name="CHANDANA .T" userId="3c9aa555f08f08c3" providerId="LiveId" clId="{0EAFFD55-6BDF-41D7-A5ED-5E0DADB5EFAF}" dt="2025-11-13T10:49:14.871" v="263" actId="1076"/>
          <ac:picMkLst>
            <pc:docMk/>
            <pc:sldMk cId="1431245193" sldId="273"/>
            <ac:picMk id="3" creationId="{B5C2A37E-41F2-4B0E-9807-DDD1C06CDA63}"/>
          </ac:picMkLst>
        </pc:picChg>
      </pc:sldChg>
      <pc:sldChg chg="addSp delSp modSp new mod">
        <pc:chgData name="CHANDANA .T" userId="3c9aa555f08f08c3" providerId="LiveId" clId="{0EAFFD55-6BDF-41D7-A5ED-5E0DADB5EFAF}" dt="2025-11-13T11:43:07.997" v="524"/>
        <pc:sldMkLst>
          <pc:docMk/>
          <pc:sldMk cId="4127674550" sldId="274"/>
        </pc:sldMkLst>
        <pc:spChg chg="add mod">
          <ac:chgData name="CHANDANA .T" userId="3c9aa555f08f08c3" providerId="LiveId" clId="{0EAFFD55-6BDF-41D7-A5ED-5E0DADB5EFAF}" dt="2025-11-13T11:43:07.997" v="524"/>
          <ac:spMkLst>
            <pc:docMk/>
            <pc:sldMk cId="4127674550" sldId="274"/>
            <ac:spMk id="10" creationId="{210915B6-544C-4DEC-A6C2-17DE3896BB7F}"/>
          </ac:spMkLst>
        </pc:spChg>
        <pc:picChg chg="add del mod modCrop">
          <ac:chgData name="CHANDANA .T" userId="3c9aa555f08f08c3" providerId="LiveId" clId="{0EAFFD55-6BDF-41D7-A5ED-5E0DADB5EFAF}" dt="2025-11-13T11:03:06.001" v="323" actId="478"/>
          <ac:picMkLst>
            <pc:docMk/>
            <pc:sldMk cId="4127674550" sldId="274"/>
            <ac:picMk id="3" creationId="{8CAD079A-31A0-4EA4-942C-6A7C987A9C68}"/>
          </ac:picMkLst>
        </pc:picChg>
        <pc:picChg chg="add del mod modCrop">
          <ac:chgData name="CHANDANA .T" userId="3c9aa555f08f08c3" providerId="LiveId" clId="{0EAFFD55-6BDF-41D7-A5ED-5E0DADB5EFAF}" dt="2025-11-13T11:03:02.841" v="321" actId="478"/>
          <ac:picMkLst>
            <pc:docMk/>
            <pc:sldMk cId="4127674550" sldId="274"/>
            <ac:picMk id="5" creationId="{3F8FA044-D4BF-47E4-8765-35CB6B3FF2B3}"/>
          </ac:picMkLst>
        </pc:picChg>
        <pc:picChg chg="add mod">
          <ac:chgData name="CHANDANA .T" userId="3c9aa555f08f08c3" providerId="LiveId" clId="{0EAFFD55-6BDF-41D7-A5ED-5E0DADB5EFAF}" dt="2025-11-13T11:04:45.905" v="329" actId="1076"/>
          <ac:picMkLst>
            <pc:docMk/>
            <pc:sldMk cId="4127674550" sldId="274"/>
            <ac:picMk id="7" creationId="{6EBF8165-9222-456A-8963-AE8DBB066830}"/>
          </ac:picMkLst>
        </pc:picChg>
        <pc:picChg chg="add mod">
          <ac:chgData name="CHANDANA .T" userId="3c9aa555f08f08c3" providerId="LiveId" clId="{0EAFFD55-6BDF-41D7-A5ED-5E0DADB5EFAF}" dt="2025-11-13T11:06:31.893" v="337" actId="1076"/>
          <ac:picMkLst>
            <pc:docMk/>
            <pc:sldMk cId="4127674550" sldId="274"/>
            <ac:picMk id="9" creationId="{7FC51C80-1731-45C9-ACC4-C216F0DDC0E3}"/>
          </ac:picMkLst>
        </pc:picChg>
      </pc:sldChg>
      <pc:sldChg chg="addSp modSp new mod">
        <pc:chgData name="CHANDANA .T" userId="3c9aa555f08f08c3" providerId="LiveId" clId="{0EAFFD55-6BDF-41D7-A5ED-5E0DADB5EFAF}" dt="2025-11-13T11:16:27.105" v="363" actId="1076"/>
        <pc:sldMkLst>
          <pc:docMk/>
          <pc:sldMk cId="493289622" sldId="275"/>
        </pc:sldMkLst>
        <pc:picChg chg="add mod">
          <ac:chgData name="CHANDANA .T" userId="3c9aa555f08f08c3" providerId="LiveId" clId="{0EAFFD55-6BDF-41D7-A5ED-5E0DADB5EFAF}" dt="2025-11-13T11:08:41.080" v="342" actId="14100"/>
          <ac:picMkLst>
            <pc:docMk/>
            <pc:sldMk cId="493289622" sldId="275"/>
            <ac:picMk id="3" creationId="{116A60FD-ADD5-451F-95E5-849F0A75E301}"/>
          </ac:picMkLst>
        </pc:picChg>
        <pc:picChg chg="add mod">
          <ac:chgData name="CHANDANA .T" userId="3c9aa555f08f08c3" providerId="LiveId" clId="{0EAFFD55-6BDF-41D7-A5ED-5E0DADB5EFAF}" dt="2025-11-13T11:16:27.105" v="363" actId="1076"/>
          <ac:picMkLst>
            <pc:docMk/>
            <pc:sldMk cId="493289622" sldId="275"/>
            <ac:picMk id="5" creationId="{BFE44EEB-5200-4916-96AF-C14775A2F1EE}"/>
          </ac:picMkLst>
        </pc:picChg>
        <pc:picChg chg="add mod">
          <ac:chgData name="CHANDANA .T" userId="3c9aa555f08f08c3" providerId="LiveId" clId="{0EAFFD55-6BDF-41D7-A5ED-5E0DADB5EFAF}" dt="2025-11-13T11:16:22.521" v="362" actId="1076"/>
          <ac:picMkLst>
            <pc:docMk/>
            <pc:sldMk cId="493289622" sldId="275"/>
            <ac:picMk id="7" creationId="{DAFFA841-75A8-4D4D-8D06-97D7CE774014}"/>
          </ac:picMkLst>
        </pc:picChg>
        <pc:picChg chg="add mod">
          <ac:chgData name="CHANDANA .T" userId="3c9aa555f08f08c3" providerId="LiveId" clId="{0EAFFD55-6BDF-41D7-A5ED-5E0DADB5EFAF}" dt="2025-11-13T11:16:10.426" v="359" actId="1076"/>
          <ac:picMkLst>
            <pc:docMk/>
            <pc:sldMk cId="493289622" sldId="275"/>
            <ac:picMk id="9" creationId="{6BFD4CDE-08A7-49DE-B15D-A117D2FBF42B}"/>
          </ac:picMkLst>
        </pc:picChg>
        <pc:picChg chg="add mod">
          <ac:chgData name="CHANDANA .T" userId="3c9aa555f08f08c3" providerId="LiveId" clId="{0EAFFD55-6BDF-41D7-A5ED-5E0DADB5EFAF}" dt="2025-11-13T11:16:12.352" v="360" actId="1076"/>
          <ac:picMkLst>
            <pc:docMk/>
            <pc:sldMk cId="493289622" sldId="275"/>
            <ac:picMk id="11" creationId="{1673E019-239A-44E0-827C-130AEC587D19}"/>
          </ac:picMkLst>
        </pc:picChg>
      </pc:sldChg>
      <pc:sldChg chg="addSp modSp new mod">
        <pc:chgData name="CHANDANA .T" userId="3c9aa555f08f08c3" providerId="LiveId" clId="{0EAFFD55-6BDF-41D7-A5ED-5E0DADB5EFAF}" dt="2025-11-13T11:23:03.070" v="383" actId="14100"/>
        <pc:sldMkLst>
          <pc:docMk/>
          <pc:sldMk cId="2091883373" sldId="276"/>
        </pc:sldMkLst>
        <pc:picChg chg="add mod">
          <ac:chgData name="CHANDANA .T" userId="3c9aa555f08f08c3" providerId="LiveId" clId="{0EAFFD55-6BDF-41D7-A5ED-5E0DADB5EFAF}" dt="2025-11-13T11:23:03.070" v="383" actId="14100"/>
          <ac:picMkLst>
            <pc:docMk/>
            <pc:sldMk cId="2091883373" sldId="276"/>
            <ac:picMk id="3" creationId="{5F69A4E1-2887-4192-BD00-324CCECBFF1F}"/>
          </ac:picMkLst>
        </pc:picChg>
      </pc:sldChg>
      <pc:sldMasterChg chg="addSldLayout">
        <pc:chgData name="CHANDANA .T" userId="3c9aa555f08f08c3" providerId="LiveId" clId="{0EAFFD55-6BDF-41D7-A5ED-5E0DADB5EFAF}" dt="2025-11-13T10:14:36.664" v="0" actId="680"/>
        <pc:sldMasterMkLst>
          <pc:docMk/>
          <pc:sldMasterMk cId="625503079" sldId="2147483648"/>
        </pc:sldMasterMkLst>
        <pc:sldLayoutChg chg="add">
          <pc:chgData name="CHANDANA .T" userId="3c9aa555f08f08c3" providerId="LiveId" clId="{0EAFFD55-6BDF-41D7-A5ED-5E0DADB5EFAF}" dt="2025-11-13T10:14:36.664" v="0" actId="680"/>
          <pc:sldLayoutMkLst>
            <pc:docMk/>
            <pc:sldMasterMk cId="625503079" sldId="2147483648"/>
            <pc:sldLayoutMk cId="1919671927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CC429-ED8D-4A17-BFEF-B21DFC0509E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1F327-8368-4989-9572-F0D9D797B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76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1F327-8368-4989-9572-F0D9D797B1A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37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57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27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11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8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57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51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4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625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22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02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10104-CCC0-4B53-BE33-C9B24BEA00E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2D106-DC04-4944-8339-AD38CF699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6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9676AE-CC31-4495-B07D-464528A40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45" y="1478111"/>
            <a:ext cx="9114310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9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A67FB4-74CD-4F99-9903-F25CBC1DE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10" y="219920"/>
            <a:ext cx="11219380" cy="641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0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3087631-BD74-4DBB-B17D-A7453AE7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1" y="364655"/>
            <a:ext cx="11871158" cy="612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5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C2A37E-41F2-4B0E-9807-DDD1C06CD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290" y="256547"/>
            <a:ext cx="9619420" cy="63449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710CBE-618F-4EDF-BB7B-512863FFC5AE}"/>
              </a:ext>
            </a:extLst>
          </p:cNvPr>
          <p:cNvSpPr txBox="1"/>
          <p:nvPr/>
        </p:nvSpPr>
        <p:spPr>
          <a:xfrm rot="16200000">
            <a:off x="-2777402" y="3167389"/>
            <a:ext cx="6858003" cy="523220"/>
          </a:xfrm>
          <a:prstGeom prst="rect">
            <a:avLst/>
          </a:prstGeom>
          <a:solidFill>
            <a:srgbClr val="0041C4"/>
          </a:solidFill>
        </p:spPr>
        <p:txBody>
          <a:bodyPr wrap="square">
            <a:spAutoFit/>
          </a:bodyPr>
          <a:lstStyle/>
          <a:p>
            <a:pPr algn="ctr"/>
            <a:endParaRPr lang="en-IN" sz="2800" b="1" i="0" dirty="0">
              <a:solidFill>
                <a:srgbClr val="FFFFFF"/>
              </a:solidFill>
              <a:effectLst/>
              <a:latin typeface="ui-sans-seri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6242A-2CCE-458D-A551-BAFB9A6B4F27}"/>
              </a:ext>
            </a:extLst>
          </p:cNvPr>
          <p:cNvSpPr txBox="1"/>
          <p:nvPr/>
        </p:nvSpPr>
        <p:spPr>
          <a:xfrm rot="16200000">
            <a:off x="-2777402" y="3167390"/>
            <a:ext cx="6858003" cy="523220"/>
          </a:xfrm>
          <a:prstGeom prst="rect">
            <a:avLst/>
          </a:prstGeom>
          <a:solidFill>
            <a:srgbClr val="0041C4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i="0">
                <a:solidFill>
                  <a:srgbClr val="FFFFFF"/>
                </a:solidFill>
                <a:effectLst/>
                <a:latin typeface="ui-sans-serif"/>
              </a:rPr>
              <a:t>Methods Evaluated</a:t>
            </a:r>
          </a:p>
        </p:txBody>
      </p:sp>
    </p:spTree>
    <p:extLst>
      <p:ext uri="{BB962C8B-B14F-4D97-AF65-F5344CB8AC3E}">
        <p14:creationId xmlns:p14="http://schemas.microsoft.com/office/powerpoint/2010/main" val="1431245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77189D-882B-42A5-A58A-E3C471BF7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22" y="298529"/>
            <a:ext cx="9975356" cy="62609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5DB0EE-5B2F-44F1-BF43-9844598FD52D}"/>
              </a:ext>
            </a:extLst>
          </p:cNvPr>
          <p:cNvSpPr txBox="1"/>
          <p:nvPr/>
        </p:nvSpPr>
        <p:spPr>
          <a:xfrm rot="16200000">
            <a:off x="-2748827" y="3167393"/>
            <a:ext cx="6858003" cy="523220"/>
          </a:xfrm>
          <a:prstGeom prst="rect">
            <a:avLst/>
          </a:prstGeom>
          <a:solidFill>
            <a:srgbClr val="0041C4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FFFFFF"/>
                </a:solidFill>
                <a:effectLst/>
                <a:latin typeface="ui-sans-serif"/>
              </a:rPr>
              <a:t>Key Results: 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897433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5D0623-380D-4E69-914A-517D36FC3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53" y="251959"/>
            <a:ext cx="10409294" cy="6354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6275A8-D57B-40C8-83BE-10E78EC78115}"/>
              </a:ext>
            </a:extLst>
          </p:cNvPr>
          <p:cNvSpPr txBox="1"/>
          <p:nvPr/>
        </p:nvSpPr>
        <p:spPr>
          <a:xfrm rot="16200000">
            <a:off x="-2958377" y="3167392"/>
            <a:ext cx="6858003" cy="523220"/>
          </a:xfrm>
          <a:prstGeom prst="rect">
            <a:avLst/>
          </a:prstGeom>
          <a:solidFill>
            <a:srgbClr val="0041C4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FFFFFF"/>
                </a:solidFill>
                <a:effectLst/>
                <a:latin typeface="ui-sans-serif"/>
              </a:rPr>
              <a:t>Finding</a:t>
            </a:r>
            <a:r>
              <a:rPr lang="en-IN" sz="2800" b="1" dirty="0">
                <a:solidFill>
                  <a:srgbClr val="FFFFFF"/>
                </a:solidFill>
                <a:latin typeface="ui-sans-serif"/>
              </a:rPr>
              <a:t>s</a:t>
            </a:r>
            <a:endParaRPr lang="en-IN" sz="2800" b="1" i="0" dirty="0">
              <a:solidFill>
                <a:srgbClr val="FFFFFF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83024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EADDCFF-F8BE-458E-BD3E-0A5CA35D0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264939"/>
            <a:ext cx="10393279" cy="632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1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532BD4D-2025-45A0-8E72-A185D7137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58" y="1890592"/>
            <a:ext cx="4671465" cy="1379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223C66-DBC3-4C2C-B0D3-06783C5C0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936" y="1766312"/>
            <a:ext cx="4572396" cy="1425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A15A7E-0159-432E-8B12-96E1E548C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130" y="3573718"/>
            <a:ext cx="5654530" cy="14250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BC2025-69FA-4ADD-8832-A1DE962C72B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05" r="4090" b="55754"/>
          <a:stretch/>
        </p:blipFill>
        <p:spPr>
          <a:xfrm>
            <a:off x="1758119" y="5189773"/>
            <a:ext cx="8675762" cy="13550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655280-FF0D-4267-9809-494CF75EB801}"/>
              </a:ext>
            </a:extLst>
          </p:cNvPr>
          <p:cNvSpPr txBox="1"/>
          <p:nvPr/>
        </p:nvSpPr>
        <p:spPr>
          <a:xfrm>
            <a:off x="633413" y="514004"/>
            <a:ext cx="10925174" cy="584775"/>
          </a:xfrm>
          <a:prstGeom prst="rect">
            <a:avLst/>
          </a:prstGeom>
          <a:solidFill>
            <a:srgbClr val="0041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dirty="0">
                <a:solidFill>
                  <a:srgbClr val="FFFFFF"/>
                </a:solidFill>
                <a:effectLst/>
                <a:latin typeface="ui-sans-serif"/>
              </a:rPr>
              <a:t>When Do Deep Learning Methods Succeed?</a:t>
            </a:r>
          </a:p>
        </p:txBody>
      </p:sp>
    </p:spTree>
    <p:extLst>
      <p:ext uri="{BB962C8B-B14F-4D97-AF65-F5344CB8AC3E}">
        <p14:creationId xmlns:p14="http://schemas.microsoft.com/office/powerpoint/2010/main" val="4007471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BF8165-9222-456A-8963-AE8DBB066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365" y="0"/>
            <a:ext cx="9487270" cy="2642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51C80-1731-45C9-ACC4-C216F0DD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95" y="2510608"/>
            <a:ext cx="9572810" cy="41989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0915B6-544C-4DEC-A6C2-17DE3896BB7F}"/>
              </a:ext>
            </a:extLst>
          </p:cNvPr>
          <p:cNvSpPr txBox="1"/>
          <p:nvPr/>
        </p:nvSpPr>
        <p:spPr>
          <a:xfrm rot="16200000">
            <a:off x="-2748827" y="3167393"/>
            <a:ext cx="6858003" cy="523220"/>
          </a:xfrm>
          <a:prstGeom prst="rect">
            <a:avLst/>
          </a:prstGeom>
          <a:solidFill>
            <a:srgbClr val="0041C4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FFFFFF"/>
                </a:solidFill>
                <a:effectLst/>
                <a:latin typeface="ui-sans-serif"/>
              </a:rPr>
              <a:t>Key Contributions</a:t>
            </a:r>
          </a:p>
        </p:txBody>
      </p:sp>
    </p:spTree>
    <p:extLst>
      <p:ext uri="{BB962C8B-B14F-4D97-AF65-F5344CB8AC3E}">
        <p14:creationId xmlns:p14="http://schemas.microsoft.com/office/powerpoint/2010/main" val="412767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A60FD-ADD5-451F-95E5-849F0A75E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63791"/>
            <a:ext cx="11658600" cy="11411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E44EEB-5200-4916-96AF-C14775A2F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53" y="1868728"/>
            <a:ext cx="3261643" cy="17679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FA841-75A8-4D4D-8D06-97D7CE774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43" y="4335709"/>
            <a:ext cx="4077053" cy="1615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FD4CDE-08A7-49DE-B15D-A117D2FBF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550" y="1868728"/>
            <a:ext cx="3429297" cy="1600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73E019-239A-44E0-827C-130AEC587D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550" y="4335709"/>
            <a:ext cx="4511431" cy="16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8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4BCED1-1723-4147-9B00-CAEB8A79FA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31" t="27368" r="5527" b="15556"/>
          <a:stretch/>
        </p:blipFill>
        <p:spPr>
          <a:xfrm>
            <a:off x="1475873" y="291049"/>
            <a:ext cx="8855243" cy="47908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06C6A6-0972-4B14-8A7D-1B4F051242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72" t="58714" r="5001" b="22807"/>
          <a:stretch/>
        </p:blipFill>
        <p:spPr>
          <a:xfrm>
            <a:off x="1209659" y="5100962"/>
            <a:ext cx="9387669" cy="161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84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68E35-2965-4464-815A-C5FC9DF56B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20" t="22500" r="5627" b="7361"/>
          <a:stretch/>
        </p:blipFill>
        <p:spPr>
          <a:xfrm>
            <a:off x="1295400" y="251981"/>
            <a:ext cx="9954815" cy="66060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02B01B-26B3-45FE-8EF2-3E903E748A05}"/>
              </a:ext>
            </a:extLst>
          </p:cNvPr>
          <p:cNvSpPr txBox="1"/>
          <p:nvPr/>
        </p:nvSpPr>
        <p:spPr>
          <a:xfrm rot="16200000">
            <a:off x="-2748827" y="3167393"/>
            <a:ext cx="6858003" cy="523220"/>
          </a:xfrm>
          <a:prstGeom prst="rect">
            <a:avLst/>
          </a:prstGeom>
          <a:solidFill>
            <a:srgbClr val="0041C4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FFFFFF"/>
                </a:solidFill>
                <a:effectLst/>
                <a:latin typeface="ui-sans-serif"/>
              </a:rPr>
              <a:t>Key Contributions</a:t>
            </a:r>
          </a:p>
        </p:txBody>
      </p:sp>
    </p:spTree>
    <p:extLst>
      <p:ext uri="{BB962C8B-B14F-4D97-AF65-F5344CB8AC3E}">
        <p14:creationId xmlns:p14="http://schemas.microsoft.com/office/powerpoint/2010/main" val="414749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BDBEF-19C7-4AB0-ABEC-BDD955B657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66" t="20278" r="5234" b="7361"/>
          <a:stretch/>
        </p:blipFill>
        <p:spPr>
          <a:xfrm>
            <a:off x="1143000" y="0"/>
            <a:ext cx="9906000" cy="672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37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9D9A4-A231-4A14-971D-1EFBEFEEEF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8"/>
          <a:stretch/>
        </p:blipFill>
        <p:spPr>
          <a:xfrm>
            <a:off x="2792358" y="1123950"/>
            <a:ext cx="8588484" cy="5488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4630C-9659-43D8-A031-0971C6CC8F23}"/>
              </a:ext>
            </a:extLst>
          </p:cNvPr>
          <p:cNvSpPr txBox="1"/>
          <p:nvPr/>
        </p:nvSpPr>
        <p:spPr>
          <a:xfrm>
            <a:off x="633413" y="245505"/>
            <a:ext cx="10925174" cy="584775"/>
          </a:xfrm>
          <a:prstGeom prst="rect">
            <a:avLst/>
          </a:prstGeom>
          <a:solidFill>
            <a:srgbClr val="0041C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i="0" dirty="0">
                <a:solidFill>
                  <a:srgbClr val="FFFFFF"/>
                </a:solidFill>
                <a:effectLst/>
                <a:latin typeface="ui-sans-serif"/>
              </a:rPr>
              <a:t>Main Findings</a:t>
            </a:r>
          </a:p>
        </p:txBody>
      </p:sp>
    </p:spTree>
    <p:extLst>
      <p:ext uri="{BB962C8B-B14F-4D97-AF65-F5344CB8AC3E}">
        <p14:creationId xmlns:p14="http://schemas.microsoft.com/office/powerpoint/2010/main" val="2178307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E6CC31-5F56-454F-A91F-B90D77F7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0"/>
            <a:ext cx="10715625" cy="669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14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9A4E1-2887-4192-BD00-324CCECBF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49" y="2249763"/>
            <a:ext cx="6858973" cy="177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8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22</Words>
  <Application>Microsoft Office PowerPoint</Application>
  <PresentationFormat>Widescreen</PresentationFormat>
  <Paragraphs>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Detection in Twitter Ego-Networks</dc:title>
  <dc:creator>CHANDANA .T</dc:creator>
  <cp:lastModifiedBy>CHANDANA .T</cp:lastModifiedBy>
  <cp:revision>9</cp:revision>
  <dcterms:created xsi:type="dcterms:W3CDTF">2025-11-13T10:14:33Z</dcterms:created>
  <dcterms:modified xsi:type="dcterms:W3CDTF">2025-11-13T11:47:41Z</dcterms:modified>
</cp:coreProperties>
</file>