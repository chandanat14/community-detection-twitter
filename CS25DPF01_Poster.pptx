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
  </p:notesMasterIdLst>
  <p:sldIdLst>
    <p:sldId id="256" r:id="rId2"/>
  </p:sldIdLst>
  <p:sldSz cx="30275213" cy="4280376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3482" userDrawn="1">
          <p15:clr>
            <a:srgbClr val="747775"/>
          </p15:clr>
        </p15:guide>
        <p15:guide id="2" pos="953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33" d="100"/>
          <a:sy n="33" d="100"/>
        </p:scale>
        <p:origin x="730" y="235"/>
      </p:cViewPr>
      <p:guideLst>
        <p:guide orient="horz" pos="13482"/>
        <p:guide pos="953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16627" y="685800"/>
            <a:ext cx="2425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2216150" y="685800"/>
            <a:ext cx="2425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032074" y="6196323"/>
            <a:ext cx="28212000" cy="17081700"/>
          </a:xfrm>
          <a:prstGeom prst="rect">
            <a:avLst/>
          </a:prstGeom>
        </p:spPr>
        <p:txBody>
          <a:bodyPr spcFirstLastPara="1" wrap="square" lIns="455425" tIns="455425" rIns="455425" bIns="455425" anchor="b" anchorCtr="0">
            <a:normAutofit/>
          </a:bodyPr>
          <a:lstStyle>
            <a:lvl1pPr lvl="0" algn="ctr">
              <a:spcBef>
                <a:spcPts val="0"/>
              </a:spcBef>
              <a:spcAft>
                <a:spcPts val="0"/>
              </a:spcAft>
              <a:buSzPts val="25900"/>
              <a:buNone/>
              <a:defRPr sz="25900"/>
            </a:lvl1pPr>
            <a:lvl2pPr lvl="1" algn="ctr">
              <a:spcBef>
                <a:spcPts val="0"/>
              </a:spcBef>
              <a:spcAft>
                <a:spcPts val="0"/>
              </a:spcAft>
              <a:buSzPts val="25900"/>
              <a:buNone/>
              <a:defRPr sz="25900"/>
            </a:lvl2pPr>
            <a:lvl3pPr lvl="2" algn="ctr">
              <a:spcBef>
                <a:spcPts val="0"/>
              </a:spcBef>
              <a:spcAft>
                <a:spcPts val="0"/>
              </a:spcAft>
              <a:buSzPts val="25900"/>
              <a:buNone/>
              <a:defRPr sz="25900"/>
            </a:lvl3pPr>
            <a:lvl4pPr lvl="3" algn="ctr">
              <a:spcBef>
                <a:spcPts val="0"/>
              </a:spcBef>
              <a:spcAft>
                <a:spcPts val="0"/>
              </a:spcAft>
              <a:buSzPts val="25900"/>
              <a:buNone/>
              <a:defRPr sz="25900"/>
            </a:lvl4pPr>
            <a:lvl5pPr lvl="4" algn="ctr">
              <a:spcBef>
                <a:spcPts val="0"/>
              </a:spcBef>
              <a:spcAft>
                <a:spcPts val="0"/>
              </a:spcAft>
              <a:buSzPts val="25900"/>
              <a:buNone/>
              <a:defRPr sz="25900"/>
            </a:lvl5pPr>
            <a:lvl6pPr lvl="5" algn="ctr">
              <a:spcBef>
                <a:spcPts val="0"/>
              </a:spcBef>
              <a:spcAft>
                <a:spcPts val="0"/>
              </a:spcAft>
              <a:buSzPts val="25900"/>
              <a:buNone/>
              <a:defRPr sz="25900"/>
            </a:lvl6pPr>
            <a:lvl7pPr lvl="6" algn="ctr">
              <a:spcBef>
                <a:spcPts val="0"/>
              </a:spcBef>
              <a:spcAft>
                <a:spcPts val="0"/>
              </a:spcAft>
              <a:buSzPts val="25900"/>
              <a:buNone/>
              <a:defRPr sz="25900"/>
            </a:lvl7pPr>
            <a:lvl8pPr lvl="7" algn="ctr">
              <a:spcBef>
                <a:spcPts val="0"/>
              </a:spcBef>
              <a:spcAft>
                <a:spcPts val="0"/>
              </a:spcAft>
              <a:buSzPts val="25900"/>
              <a:buNone/>
              <a:defRPr sz="25900"/>
            </a:lvl8pPr>
            <a:lvl9pPr lvl="8" algn="ctr">
              <a:spcBef>
                <a:spcPts val="0"/>
              </a:spcBef>
              <a:spcAft>
                <a:spcPts val="0"/>
              </a:spcAft>
              <a:buSzPts val="25900"/>
              <a:buNone/>
              <a:defRPr sz="25900"/>
            </a:lvl9pPr>
          </a:lstStyle>
          <a:p>
            <a:endParaRPr/>
          </a:p>
        </p:txBody>
      </p:sp>
      <p:sp>
        <p:nvSpPr>
          <p:cNvPr id="11" name="Google Shape;11;p2"/>
          <p:cNvSpPr txBox="1">
            <a:spLocks noGrp="1"/>
          </p:cNvSpPr>
          <p:nvPr>
            <p:ph type="subTitle" idx="1"/>
          </p:nvPr>
        </p:nvSpPr>
        <p:spPr>
          <a:xfrm>
            <a:off x="1032046" y="23585474"/>
            <a:ext cx="28212000" cy="6596100"/>
          </a:xfrm>
          <a:prstGeom prst="rect">
            <a:avLst/>
          </a:prstGeom>
        </p:spPr>
        <p:txBody>
          <a:bodyPr spcFirstLastPara="1" wrap="square" lIns="455425" tIns="455425" rIns="455425" bIns="455425" anchor="t" anchorCtr="0">
            <a:normAutofit/>
          </a:bodyPr>
          <a:lstStyle>
            <a:lvl1pPr lvl="0" algn="ctr">
              <a:lnSpc>
                <a:spcPct val="100000"/>
              </a:lnSpc>
              <a:spcBef>
                <a:spcPts val="0"/>
              </a:spcBef>
              <a:spcAft>
                <a:spcPts val="0"/>
              </a:spcAft>
              <a:buSzPts val="13900"/>
              <a:buNone/>
              <a:defRPr sz="13900"/>
            </a:lvl1pPr>
            <a:lvl2pPr lvl="1" algn="ctr">
              <a:lnSpc>
                <a:spcPct val="100000"/>
              </a:lnSpc>
              <a:spcBef>
                <a:spcPts val="0"/>
              </a:spcBef>
              <a:spcAft>
                <a:spcPts val="0"/>
              </a:spcAft>
              <a:buSzPts val="13900"/>
              <a:buNone/>
              <a:defRPr sz="13900"/>
            </a:lvl2pPr>
            <a:lvl3pPr lvl="2" algn="ctr">
              <a:lnSpc>
                <a:spcPct val="100000"/>
              </a:lnSpc>
              <a:spcBef>
                <a:spcPts val="0"/>
              </a:spcBef>
              <a:spcAft>
                <a:spcPts val="0"/>
              </a:spcAft>
              <a:buSzPts val="13900"/>
              <a:buNone/>
              <a:defRPr sz="13900"/>
            </a:lvl3pPr>
            <a:lvl4pPr lvl="3" algn="ctr">
              <a:lnSpc>
                <a:spcPct val="100000"/>
              </a:lnSpc>
              <a:spcBef>
                <a:spcPts val="0"/>
              </a:spcBef>
              <a:spcAft>
                <a:spcPts val="0"/>
              </a:spcAft>
              <a:buSzPts val="13900"/>
              <a:buNone/>
              <a:defRPr sz="13900"/>
            </a:lvl4pPr>
            <a:lvl5pPr lvl="4" algn="ctr">
              <a:lnSpc>
                <a:spcPct val="100000"/>
              </a:lnSpc>
              <a:spcBef>
                <a:spcPts val="0"/>
              </a:spcBef>
              <a:spcAft>
                <a:spcPts val="0"/>
              </a:spcAft>
              <a:buSzPts val="13900"/>
              <a:buNone/>
              <a:defRPr sz="13900"/>
            </a:lvl5pPr>
            <a:lvl6pPr lvl="5" algn="ctr">
              <a:lnSpc>
                <a:spcPct val="100000"/>
              </a:lnSpc>
              <a:spcBef>
                <a:spcPts val="0"/>
              </a:spcBef>
              <a:spcAft>
                <a:spcPts val="0"/>
              </a:spcAft>
              <a:buSzPts val="13900"/>
              <a:buNone/>
              <a:defRPr sz="13900"/>
            </a:lvl6pPr>
            <a:lvl7pPr lvl="6" algn="ctr">
              <a:lnSpc>
                <a:spcPct val="100000"/>
              </a:lnSpc>
              <a:spcBef>
                <a:spcPts val="0"/>
              </a:spcBef>
              <a:spcAft>
                <a:spcPts val="0"/>
              </a:spcAft>
              <a:buSzPts val="13900"/>
              <a:buNone/>
              <a:defRPr sz="13900"/>
            </a:lvl7pPr>
            <a:lvl8pPr lvl="7" algn="ctr">
              <a:lnSpc>
                <a:spcPct val="100000"/>
              </a:lnSpc>
              <a:spcBef>
                <a:spcPts val="0"/>
              </a:spcBef>
              <a:spcAft>
                <a:spcPts val="0"/>
              </a:spcAft>
              <a:buSzPts val="13900"/>
              <a:buNone/>
              <a:defRPr sz="13900"/>
            </a:lvl8pPr>
            <a:lvl9pPr lvl="8" algn="ctr">
              <a:lnSpc>
                <a:spcPct val="100000"/>
              </a:lnSpc>
              <a:spcBef>
                <a:spcPts val="0"/>
              </a:spcBef>
              <a:spcAft>
                <a:spcPts val="0"/>
              </a:spcAft>
              <a:buSzPts val="13900"/>
              <a:buNone/>
              <a:defRPr sz="13900"/>
            </a:lvl9pPr>
          </a:lstStyle>
          <a:p>
            <a:endParaRPr/>
          </a:p>
        </p:txBody>
      </p:sp>
      <p:sp>
        <p:nvSpPr>
          <p:cNvPr id="12" name="Google Shape;12;p2"/>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032046" y="17899287"/>
            <a:ext cx="28212000" cy="7005300"/>
          </a:xfrm>
          <a:prstGeom prst="rect">
            <a:avLst/>
          </a:prstGeom>
        </p:spPr>
        <p:txBody>
          <a:bodyPr spcFirstLastPara="1" wrap="square" lIns="455425" tIns="455425" rIns="455425" bIns="455425" anchor="ctr" anchorCtr="0">
            <a:normAutofit/>
          </a:bodyPr>
          <a:lstStyle>
            <a:lvl1pPr lvl="0" algn="ctr">
              <a:spcBef>
                <a:spcPts val="0"/>
              </a:spcBef>
              <a:spcAft>
                <a:spcPts val="0"/>
              </a:spcAft>
              <a:buSzPts val="17900"/>
              <a:buNone/>
              <a:defRPr sz="17900"/>
            </a:lvl1pPr>
            <a:lvl2pPr lvl="1" algn="ctr">
              <a:spcBef>
                <a:spcPts val="0"/>
              </a:spcBef>
              <a:spcAft>
                <a:spcPts val="0"/>
              </a:spcAft>
              <a:buSzPts val="17900"/>
              <a:buNone/>
              <a:defRPr sz="17900"/>
            </a:lvl2pPr>
            <a:lvl3pPr lvl="2" algn="ctr">
              <a:spcBef>
                <a:spcPts val="0"/>
              </a:spcBef>
              <a:spcAft>
                <a:spcPts val="0"/>
              </a:spcAft>
              <a:buSzPts val="17900"/>
              <a:buNone/>
              <a:defRPr sz="17900"/>
            </a:lvl3pPr>
            <a:lvl4pPr lvl="3" algn="ctr">
              <a:spcBef>
                <a:spcPts val="0"/>
              </a:spcBef>
              <a:spcAft>
                <a:spcPts val="0"/>
              </a:spcAft>
              <a:buSzPts val="17900"/>
              <a:buNone/>
              <a:defRPr sz="17900"/>
            </a:lvl4pPr>
            <a:lvl5pPr lvl="4" algn="ctr">
              <a:spcBef>
                <a:spcPts val="0"/>
              </a:spcBef>
              <a:spcAft>
                <a:spcPts val="0"/>
              </a:spcAft>
              <a:buSzPts val="17900"/>
              <a:buNone/>
              <a:defRPr sz="17900"/>
            </a:lvl5pPr>
            <a:lvl6pPr lvl="5" algn="ctr">
              <a:spcBef>
                <a:spcPts val="0"/>
              </a:spcBef>
              <a:spcAft>
                <a:spcPts val="0"/>
              </a:spcAft>
              <a:buSzPts val="17900"/>
              <a:buNone/>
              <a:defRPr sz="17900"/>
            </a:lvl6pPr>
            <a:lvl7pPr lvl="6" algn="ctr">
              <a:spcBef>
                <a:spcPts val="0"/>
              </a:spcBef>
              <a:spcAft>
                <a:spcPts val="0"/>
              </a:spcAft>
              <a:buSzPts val="17900"/>
              <a:buNone/>
              <a:defRPr sz="17900"/>
            </a:lvl7pPr>
            <a:lvl8pPr lvl="7" algn="ctr">
              <a:spcBef>
                <a:spcPts val="0"/>
              </a:spcBef>
              <a:spcAft>
                <a:spcPts val="0"/>
              </a:spcAft>
              <a:buSzPts val="17900"/>
              <a:buNone/>
              <a:defRPr sz="17900"/>
            </a:lvl8pPr>
            <a:lvl9pPr lvl="8" algn="ctr">
              <a:spcBef>
                <a:spcPts val="0"/>
              </a:spcBef>
              <a:spcAft>
                <a:spcPts val="0"/>
              </a:spcAft>
              <a:buSzPts val="17900"/>
              <a:buNone/>
              <a:defRPr sz="17900"/>
            </a:lvl9pPr>
          </a:lstStyle>
          <a:p>
            <a:endParaRPr/>
          </a:p>
        </p:txBody>
      </p:sp>
      <p:sp>
        <p:nvSpPr>
          <p:cNvPr id="15" name="Google Shape;15;p3"/>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032046" y="3703480"/>
            <a:ext cx="28212000" cy="4766100"/>
          </a:xfrm>
          <a:prstGeom prst="rect">
            <a:avLst/>
          </a:prstGeom>
        </p:spPr>
        <p:txBody>
          <a:bodyPr spcFirstLastPara="1" wrap="square" lIns="455425" tIns="455425" rIns="455425" bIns="455425" anchor="t" anchorCtr="0">
            <a:normAutofit/>
          </a:bodyPr>
          <a:lstStyle>
            <a:lvl1pPr lvl="0">
              <a:spcBef>
                <a:spcPts val="0"/>
              </a:spcBef>
              <a:spcAft>
                <a:spcPts val="0"/>
              </a:spcAft>
              <a:buSzPts val="13900"/>
              <a:buNone/>
              <a:defRPr/>
            </a:lvl1pPr>
            <a:lvl2pPr lvl="1">
              <a:spcBef>
                <a:spcPts val="0"/>
              </a:spcBef>
              <a:spcAft>
                <a:spcPts val="0"/>
              </a:spcAft>
              <a:buSzPts val="13900"/>
              <a:buNone/>
              <a:defRPr/>
            </a:lvl2pPr>
            <a:lvl3pPr lvl="2">
              <a:spcBef>
                <a:spcPts val="0"/>
              </a:spcBef>
              <a:spcAft>
                <a:spcPts val="0"/>
              </a:spcAft>
              <a:buSzPts val="13900"/>
              <a:buNone/>
              <a:defRPr/>
            </a:lvl3pPr>
            <a:lvl4pPr lvl="3">
              <a:spcBef>
                <a:spcPts val="0"/>
              </a:spcBef>
              <a:spcAft>
                <a:spcPts val="0"/>
              </a:spcAft>
              <a:buSzPts val="13900"/>
              <a:buNone/>
              <a:defRPr/>
            </a:lvl4pPr>
            <a:lvl5pPr lvl="4">
              <a:spcBef>
                <a:spcPts val="0"/>
              </a:spcBef>
              <a:spcAft>
                <a:spcPts val="0"/>
              </a:spcAft>
              <a:buSzPts val="13900"/>
              <a:buNone/>
              <a:defRPr/>
            </a:lvl5pPr>
            <a:lvl6pPr lvl="5">
              <a:spcBef>
                <a:spcPts val="0"/>
              </a:spcBef>
              <a:spcAft>
                <a:spcPts val="0"/>
              </a:spcAft>
              <a:buSzPts val="13900"/>
              <a:buNone/>
              <a:defRPr/>
            </a:lvl6pPr>
            <a:lvl7pPr lvl="6">
              <a:spcBef>
                <a:spcPts val="0"/>
              </a:spcBef>
              <a:spcAft>
                <a:spcPts val="0"/>
              </a:spcAft>
              <a:buSzPts val="13900"/>
              <a:buNone/>
              <a:defRPr/>
            </a:lvl7pPr>
            <a:lvl8pPr lvl="7">
              <a:spcBef>
                <a:spcPts val="0"/>
              </a:spcBef>
              <a:spcAft>
                <a:spcPts val="0"/>
              </a:spcAft>
              <a:buSzPts val="13900"/>
              <a:buNone/>
              <a:defRPr/>
            </a:lvl8pPr>
            <a:lvl9pPr lvl="8">
              <a:spcBef>
                <a:spcPts val="0"/>
              </a:spcBef>
              <a:spcAft>
                <a:spcPts val="0"/>
              </a:spcAft>
              <a:buSzPts val="13900"/>
              <a:buNone/>
              <a:defRPr/>
            </a:lvl9pPr>
          </a:lstStyle>
          <a:p>
            <a:endParaRPr/>
          </a:p>
        </p:txBody>
      </p:sp>
      <p:sp>
        <p:nvSpPr>
          <p:cNvPr id="18" name="Google Shape;18;p4"/>
          <p:cNvSpPr txBox="1">
            <a:spLocks noGrp="1"/>
          </p:cNvSpPr>
          <p:nvPr>
            <p:ph type="body" idx="1"/>
          </p:nvPr>
        </p:nvSpPr>
        <p:spPr>
          <a:xfrm>
            <a:off x="1032046" y="9590851"/>
            <a:ext cx="28212000" cy="28431000"/>
          </a:xfrm>
          <a:prstGeom prst="rect">
            <a:avLst/>
          </a:prstGeom>
        </p:spPr>
        <p:txBody>
          <a:bodyPr spcFirstLastPara="1" wrap="square" lIns="455425" tIns="455425" rIns="455425" bIns="455425" anchor="t" anchorCtr="0">
            <a:normAutofit/>
          </a:bodyPr>
          <a:lstStyle>
            <a:lvl1pPr marL="457200" lvl="0" indent="-800100">
              <a:spcBef>
                <a:spcPts val="0"/>
              </a:spcBef>
              <a:spcAft>
                <a:spcPts val="0"/>
              </a:spcAft>
              <a:buSzPts val="9000"/>
              <a:buChar char="●"/>
              <a:defRPr/>
            </a:lvl1pPr>
            <a:lvl2pPr marL="914400" lvl="1" indent="-673100">
              <a:spcBef>
                <a:spcPts val="0"/>
              </a:spcBef>
              <a:spcAft>
                <a:spcPts val="0"/>
              </a:spcAft>
              <a:buSzPts val="7000"/>
              <a:buChar char="○"/>
              <a:defRPr/>
            </a:lvl2pPr>
            <a:lvl3pPr marL="1371600" lvl="2" indent="-673100">
              <a:spcBef>
                <a:spcPts val="0"/>
              </a:spcBef>
              <a:spcAft>
                <a:spcPts val="0"/>
              </a:spcAft>
              <a:buSzPts val="7000"/>
              <a:buChar char="■"/>
              <a:defRPr/>
            </a:lvl3pPr>
            <a:lvl4pPr marL="1828800" lvl="3" indent="-673100">
              <a:spcBef>
                <a:spcPts val="0"/>
              </a:spcBef>
              <a:spcAft>
                <a:spcPts val="0"/>
              </a:spcAft>
              <a:buSzPts val="7000"/>
              <a:buChar char="●"/>
              <a:defRPr/>
            </a:lvl4pPr>
            <a:lvl5pPr marL="2286000" lvl="4" indent="-673100">
              <a:spcBef>
                <a:spcPts val="0"/>
              </a:spcBef>
              <a:spcAft>
                <a:spcPts val="0"/>
              </a:spcAft>
              <a:buSzPts val="7000"/>
              <a:buChar char="○"/>
              <a:defRPr/>
            </a:lvl5pPr>
            <a:lvl6pPr marL="2743200" lvl="5" indent="-673100">
              <a:spcBef>
                <a:spcPts val="0"/>
              </a:spcBef>
              <a:spcAft>
                <a:spcPts val="0"/>
              </a:spcAft>
              <a:buSzPts val="7000"/>
              <a:buChar char="■"/>
              <a:defRPr/>
            </a:lvl6pPr>
            <a:lvl7pPr marL="3200400" lvl="6" indent="-673100">
              <a:spcBef>
                <a:spcPts val="0"/>
              </a:spcBef>
              <a:spcAft>
                <a:spcPts val="0"/>
              </a:spcAft>
              <a:buSzPts val="7000"/>
              <a:buChar char="●"/>
              <a:defRPr/>
            </a:lvl7pPr>
            <a:lvl8pPr marL="3657600" lvl="7" indent="-673100">
              <a:spcBef>
                <a:spcPts val="0"/>
              </a:spcBef>
              <a:spcAft>
                <a:spcPts val="0"/>
              </a:spcAft>
              <a:buSzPts val="7000"/>
              <a:buChar char="○"/>
              <a:defRPr/>
            </a:lvl8pPr>
            <a:lvl9pPr marL="4114800" lvl="8" indent="-673100">
              <a:spcBef>
                <a:spcPts val="0"/>
              </a:spcBef>
              <a:spcAft>
                <a:spcPts val="0"/>
              </a:spcAft>
              <a:buSzPts val="7000"/>
              <a:buChar char="■"/>
              <a:defRPr/>
            </a:lvl9pPr>
          </a:lstStyle>
          <a:p>
            <a:endParaRPr/>
          </a:p>
        </p:txBody>
      </p:sp>
      <p:sp>
        <p:nvSpPr>
          <p:cNvPr id="19" name="Google Shape;19;p4"/>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032046" y="3703480"/>
            <a:ext cx="28212000" cy="4766100"/>
          </a:xfrm>
          <a:prstGeom prst="rect">
            <a:avLst/>
          </a:prstGeom>
        </p:spPr>
        <p:txBody>
          <a:bodyPr spcFirstLastPara="1" wrap="square" lIns="455425" tIns="455425" rIns="455425" bIns="455425" anchor="t" anchorCtr="0">
            <a:normAutofit/>
          </a:bodyPr>
          <a:lstStyle>
            <a:lvl1pPr lvl="0">
              <a:spcBef>
                <a:spcPts val="0"/>
              </a:spcBef>
              <a:spcAft>
                <a:spcPts val="0"/>
              </a:spcAft>
              <a:buSzPts val="13900"/>
              <a:buNone/>
              <a:defRPr/>
            </a:lvl1pPr>
            <a:lvl2pPr lvl="1">
              <a:spcBef>
                <a:spcPts val="0"/>
              </a:spcBef>
              <a:spcAft>
                <a:spcPts val="0"/>
              </a:spcAft>
              <a:buSzPts val="13900"/>
              <a:buNone/>
              <a:defRPr/>
            </a:lvl2pPr>
            <a:lvl3pPr lvl="2">
              <a:spcBef>
                <a:spcPts val="0"/>
              </a:spcBef>
              <a:spcAft>
                <a:spcPts val="0"/>
              </a:spcAft>
              <a:buSzPts val="13900"/>
              <a:buNone/>
              <a:defRPr/>
            </a:lvl3pPr>
            <a:lvl4pPr lvl="3">
              <a:spcBef>
                <a:spcPts val="0"/>
              </a:spcBef>
              <a:spcAft>
                <a:spcPts val="0"/>
              </a:spcAft>
              <a:buSzPts val="13900"/>
              <a:buNone/>
              <a:defRPr/>
            </a:lvl4pPr>
            <a:lvl5pPr lvl="4">
              <a:spcBef>
                <a:spcPts val="0"/>
              </a:spcBef>
              <a:spcAft>
                <a:spcPts val="0"/>
              </a:spcAft>
              <a:buSzPts val="13900"/>
              <a:buNone/>
              <a:defRPr/>
            </a:lvl5pPr>
            <a:lvl6pPr lvl="5">
              <a:spcBef>
                <a:spcPts val="0"/>
              </a:spcBef>
              <a:spcAft>
                <a:spcPts val="0"/>
              </a:spcAft>
              <a:buSzPts val="13900"/>
              <a:buNone/>
              <a:defRPr/>
            </a:lvl6pPr>
            <a:lvl7pPr lvl="6">
              <a:spcBef>
                <a:spcPts val="0"/>
              </a:spcBef>
              <a:spcAft>
                <a:spcPts val="0"/>
              </a:spcAft>
              <a:buSzPts val="13900"/>
              <a:buNone/>
              <a:defRPr/>
            </a:lvl7pPr>
            <a:lvl8pPr lvl="7">
              <a:spcBef>
                <a:spcPts val="0"/>
              </a:spcBef>
              <a:spcAft>
                <a:spcPts val="0"/>
              </a:spcAft>
              <a:buSzPts val="13900"/>
              <a:buNone/>
              <a:defRPr/>
            </a:lvl8pPr>
            <a:lvl9pPr lvl="8">
              <a:spcBef>
                <a:spcPts val="0"/>
              </a:spcBef>
              <a:spcAft>
                <a:spcPts val="0"/>
              </a:spcAft>
              <a:buSzPts val="13900"/>
              <a:buNone/>
              <a:defRPr/>
            </a:lvl9pPr>
          </a:lstStyle>
          <a:p>
            <a:endParaRPr/>
          </a:p>
        </p:txBody>
      </p:sp>
      <p:sp>
        <p:nvSpPr>
          <p:cNvPr id="22" name="Google Shape;22;p5"/>
          <p:cNvSpPr txBox="1">
            <a:spLocks noGrp="1"/>
          </p:cNvSpPr>
          <p:nvPr>
            <p:ph type="body" idx="1"/>
          </p:nvPr>
        </p:nvSpPr>
        <p:spPr>
          <a:xfrm>
            <a:off x="1032046" y="9590851"/>
            <a:ext cx="13243800" cy="28431000"/>
          </a:xfrm>
          <a:prstGeom prst="rect">
            <a:avLst/>
          </a:prstGeom>
        </p:spPr>
        <p:txBody>
          <a:bodyPr spcFirstLastPara="1" wrap="square" lIns="455425" tIns="455425" rIns="455425" bIns="455425" anchor="t" anchorCtr="0">
            <a:normAutofit/>
          </a:bodyPr>
          <a:lstStyle>
            <a:lvl1pPr marL="457200" lvl="0" indent="-673100">
              <a:spcBef>
                <a:spcPts val="0"/>
              </a:spcBef>
              <a:spcAft>
                <a:spcPts val="0"/>
              </a:spcAft>
              <a:buSzPts val="7000"/>
              <a:buChar char="●"/>
              <a:defRPr sz="7000"/>
            </a:lvl1pPr>
            <a:lvl2pPr marL="914400" lvl="1" indent="-609600">
              <a:spcBef>
                <a:spcPts val="0"/>
              </a:spcBef>
              <a:spcAft>
                <a:spcPts val="0"/>
              </a:spcAft>
              <a:buSzPts val="6000"/>
              <a:buChar char="○"/>
              <a:defRPr sz="6000"/>
            </a:lvl2pPr>
            <a:lvl3pPr marL="1371600" lvl="2" indent="-609600">
              <a:spcBef>
                <a:spcPts val="0"/>
              </a:spcBef>
              <a:spcAft>
                <a:spcPts val="0"/>
              </a:spcAft>
              <a:buSzPts val="6000"/>
              <a:buChar char="■"/>
              <a:defRPr sz="6000"/>
            </a:lvl3pPr>
            <a:lvl4pPr marL="1828800" lvl="3" indent="-609600">
              <a:spcBef>
                <a:spcPts val="0"/>
              </a:spcBef>
              <a:spcAft>
                <a:spcPts val="0"/>
              </a:spcAft>
              <a:buSzPts val="6000"/>
              <a:buChar char="●"/>
              <a:defRPr sz="6000"/>
            </a:lvl4pPr>
            <a:lvl5pPr marL="2286000" lvl="4" indent="-609600">
              <a:spcBef>
                <a:spcPts val="0"/>
              </a:spcBef>
              <a:spcAft>
                <a:spcPts val="0"/>
              </a:spcAft>
              <a:buSzPts val="6000"/>
              <a:buChar char="○"/>
              <a:defRPr sz="6000"/>
            </a:lvl5pPr>
            <a:lvl6pPr marL="2743200" lvl="5" indent="-609600">
              <a:spcBef>
                <a:spcPts val="0"/>
              </a:spcBef>
              <a:spcAft>
                <a:spcPts val="0"/>
              </a:spcAft>
              <a:buSzPts val="6000"/>
              <a:buChar char="■"/>
              <a:defRPr sz="6000"/>
            </a:lvl6pPr>
            <a:lvl7pPr marL="3200400" lvl="6" indent="-609600">
              <a:spcBef>
                <a:spcPts val="0"/>
              </a:spcBef>
              <a:spcAft>
                <a:spcPts val="0"/>
              </a:spcAft>
              <a:buSzPts val="6000"/>
              <a:buChar char="●"/>
              <a:defRPr sz="6000"/>
            </a:lvl7pPr>
            <a:lvl8pPr marL="3657600" lvl="7" indent="-609600">
              <a:spcBef>
                <a:spcPts val="0"/>
              </a:spcBef>
              <a:spcAft>
                <a:spcPts val="0"/>
              </a:spcAft>
              <a:buSzPts val="6000"/>
              <a:buChar char="○"/>
              <a:defRPr sz="6000"/>
            </a:lvl8pPr>
            <a:lvl9pPr marL="4114800" lvl="8" indent="-609600">
              <a:spcBef>
                <a:spcPts val="0"/>
              </a:spcBef>
              <a:spcAft>
                <a:spcPts val="0"/>
              </a:spcAft>
              <a:buSzPts val="6000"/>
              <a:buChar char="■"/>
              <a:defRPr sz="6000"/>
            </a:lvl9pPr>
          </a:lstStyle>
          <a:p>
            <a:endParaRPr/>
          </a:p>
        </p:txBody>
      </p:sp>
      <p:sp>
        <p:nvSpPr>
          <p:cNvPr id="23" name="Google Shape;23;p5"/>
          <p:cNvSpPr txBox="1">
            <a:spLocks noGrp="1"/>
          </p:cNvSpPr>
          <p:nvPr>
            <p:ph type="body" idx="2"/>
          </p:nvPr>
        </p:nvSpPr>
        <p:spPr>
          <a:xfrm>
            <a:off x="16000191" y="9590851"/>
            <a:ext cx="13243800" cy="28431000"/>
          </a:xfrm>
          <a:prstGeom prst="rect">
            <a:avLst/>
          </a:prstGeom>
        </p:spPr>
        <p:txBody>
          <a:bodyPr spcFirstLastPara="1" wrap="square" lIns="455425" tIns="455425" rIns="455425" bIns="455425" anchor="t" anchorCtr="0">
            <a:normAutofit/>
          </a:bodyPr>
          <a:lstStyle>
            <a:lvl1pPr marL="457200" lvl="0" indent="-673100">
              <a:spcBef>
                <a:spcPts val="0"/>
              </a:spcBef>
              <a:spcAft>
                <a:spcPts val="0"/>
              </a:spcAft>
              <a:buSzPts val="7000"/>
              <a:buChar char="●"/>
              <a:defRPr sz="7000"/>
            </a:lvl1pPr>
            <a:lvl2pPr marL="914400" lvl="1" indent="-609600">
              <a:spcBef>
                <a:spcPts val="0"/>
              </a:spcBef>
              <a:spcAft>
                <a:spcPts val="0"/>
              </a:spcAft>
              <a:buSzPts val="6000"/>
              <a:buChar char="○"/>
              <a:defRPr sz="6000"/>
            </a:lvl2pPr>
            <a:lvl3pPr marL="1371600" lvl="2" indent="-609600">
              <a:spcBef>
                <a:spcPts val="0"/>
              </a:spcBef>
              <a:spcAft>
                <a:spcPts val="0"/>
              </a:spcAft>
              <a:buSzPts val="6000"/>
              <a:buChar char="■"/>
              <a:defRPr sz="6000"/>
            </a:lvl3pPr>
            <a:lvl4pPr marL="1828800" lvl="3" indent="-609600">
              <a:spcBef>
                <a:spcPts val="0"/>
              </a:spcBef>
              <a:spcAft>
                <a:spcPts val="0"/>
              </a:spcAft>
              <a:buSzPts val="6000"/>
              <a:buChar char="●"/>
              <a:defRPr sz="6000"/>
            </a:lvl4pPr>
            <a:lvl5pPr marL="2286000" lvl="4" indent="-609600">
              <a:spcBef>
                <a:spcPts val="0"/>
              </a:spcBef>
              <a:spcAft>
                <a:spcPts val="0"/>
              </a:spcAft>
              <a:buSzPts val="6000"/>
              <a:buChar char="○"/>
              <a:defRPr sz="6000"/>
            </a:lvl5pPr>
            <a:lvl6pPr marL="2743200" lvl="5" indent="-609600">
              <a:spcBef>
                <a:spcPts val="0"/>
              </a:spcBef>
              <a:spcAft>
                <a:spcPts val="0"/>
              </a:spcAft>
              <a:buSzPts val="6000"/>
              <a:buChar char="■"/>
              <a:defRPr sz="6000"/>
            </a:lvl6pPr>
            <a:lvl7pPr marL="3200400" lvl="6" indent="-609600">
              <a:spcBef>
                <a:spcPts val="0"/>
              </a:spcBef>
              <a:spcAft>
                <a:spcPts val="0"/>
              </a:spcAft>
              <a:buSzPts val="6000"/>
              <a:buChar char="●"/>
              <a:defRPr sz="6000"/>
            </a:lvl7pPr>
            <a:lvl8pPr marL="3657600" lvl="7" indent="-609600">
              <a:spcBef>
                <a:spcPts val="0"/>
              </a:spcBef>
              <a:spcAft>
                <a:spcPts val="0"/>
              </a:spcAft>
              <a:buSzPts val="6000"/>
              <a:buChar char="○"/>
              <a:defRPr sz="6000"/>
            </a:lvl8pPr>
            <a:lvl9pPr marL="4114800" lvl="8" indent="-609600">
              <a:spcBef>
                <a:spcPts val="0"/>
              </a:spcBef>
              <a:spcAft>
                <a:spcPts val="0"/>
              </a:spcAft>
              <a:buSzPts val="6000"/>
              <a:buChar char="■"/>
              <a:defRPr sz="6000"/>
            </a:lvl9pPr>
          </a:lstStyle>
          <a:p>
            <a:endParaRPr/>
          </a:p>
        </p:txBody>
      </p:sp>
      <p:sp>
        <p:nvSpPr>
          <p:cNvPr id="24" name="Google Shape;24;p5"/>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032046" y="3703480"/>
            <a:ext cx="28212000" cy="4766100"/>
          </a:xfrm>
          <a:prstGeom prst="rect">
            <a:avLst/>
          </a:prstGeom>
        </p:spPr>
        <p:txBody>
          <a:bodyPr spcFirstLastPara="1" wrap="square" lIns="455425" tIns="455425" rIns="455425" bIns="455425" anchor="t" anchorCtr="0">
            <a:normAutofit/>
          </a:bodyPr>
          <a:lstStyle>
            <a:lvl1pPr lvl="0">
              <a:spcBef>
                <a:spcPts val="0"/>
              </a:spcBef>
              <a:spcAft>
                <a:spcPts val="0"/>
              </a:spcAft>
              <a:buSzPts val="13900"/>
              <a:buNone/>
              <a:defRPr/>
            </a:lvl1pPr>
            <a:lvl2pPr lvl="1">
              <a:spcBef>
                <a:spcPts val="0"/>
              </a:spcBef>
              <a:spcAft>
                <a:spcPts val="0"/>
              </a:spcAft>
              <a:buSzPts val="13900"/>
              <a:buNone/>
              <a:defRPr/>
            </a:lvl2pPr>
            <a:lvl3pPr lvl="2">
              <a:spcBef>
                <a:spcPts val="0"/>
              </a:spcBef>
              <a:spcAft>
                <a:spcPts val="0"/>
              </a:spcAft>
              <a:buSzPts val="13900"/>
              <a:buNone/>
              <a:defRPr/>
            </a:lvl3pPr>
            <a:lvl4pPr lvl="3">
              <a:spcBef>
                <a:spcPts val="0"/>
              </a:spcBef>
              <a:spcAft>
                <a:spcPts val="0"/>
              </a:spcAft>
              <a:buSzPts val="13900"/>
              <a:buNone/>
              <a:defRPr/>
            </a:lvl4pPr>
            <a:lvl5pPr lvl="4">
              <a:spcBef>
                <a:spcPts val="0"/>
              </a:spcBef>
              <a:spcAft>
                <a:spcPts val="0"/>
              </a:spcAft>
              <a:buSzPts val="13900"/>
              <a:buNone/>
              <a:defRPr/>
            </a:lvl5pPr>
            <a:lvl6pPr lvl="5">
              <a:spcBef>
                <a:spcPts val="0"/>
              </a:spcBef>
              <a:spcAft>
                <a:spcPts val="0"/>
              </a:spcAft>
              <a:buSzPts val="13900"/>
              <a:buNone/>
              <a:defRPr/>
            </a:lvl6pPr>
            <a:lvl7pPr lvl="6">
              <a:spcBef>
                <a:spcPts val="0"/>
              </a:spcBef>
              <a:spcAft>
                <a:spcPts val="0"/>
              </a:spcAft>
              <a:buSzPts val="13900"/>
              <a:buNone/>
              <a:defRPr/>
            </a:lvl7pPr>
            <a:lvl8pPr lvl="7">
              <a:spcBef>
                <a:spcPts val="0"/>
              </a:spcBef>
              <a:spcAft>
                <a:spcPts val="0"/>
              </a:spcAft>
              <a:buSzPts val="13900"/>
              <a:buNone/>
              <a:defRPr/>
            </a:lvl8pPr>
            <a:lvl9pPr lvl="8">
              <a:spcBef>
                <a:spcPts val="0"/>
              </a:spcBef>
              <a:spcAft>
                <a:spcPts val="0"/>
              </a:spcAft>
              <a:buSzPts val="13900"/>
              <a:buNone/>
              <a:defRPr/>
            </a:lvl9pPr>
          </a:lstStyle>
          <a:p>
            <a:endParaRPr/>
          </a:p>
        </p:txBody>
      </p:sp>
      <p:sp>
        <p:nvSpPr>
          <p:cNvPr id="27" name="Google Shape;27;p6"/>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032046" y="4623681"/>
            <a:ext cx="9297300" cy="6288900"/>
          </a:xfrm>
          <a:prstGeom prst="rect">
            <a:avLst/>
          </a:prstGeom>
        </p:spPr>
        <p:txBody>
          <a:bodyPr spcFirstLastPara="1" wrap="square" lIns="455425" tIns="455425" rIns="455425" bIns="455425" anchor="b" anchorCtr="0">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endParaRPr/>
          </a:p>
        </p:txBody>
      </p:sp>
      <p:sp>
        <p:nvSpPr>
          <p:cNvPr id="30" name="Google Shape;30;p7"/>
          <p:cNvSpPr txBox="1">
            <a:spLocks noGrp="1"/>
          </p:cNvSpPr>
          <p:nvPr>
            <p:ph type="body" idx="1"/>
          </p:nvPr>
        </p:nvSpPr>
        <p:spPr>
          <a:xfrm>
            <a:off x="1032046" y="11564195"/>
            <a:ext cx="9297300" cy="26458800"/>
          </a:xfrm>
          <a:prstGeom prst="rect">
            <a:avLst/>
          </a:prstGeom>
        </p:spPr>
        <p:txBody>
          <a:bodyPr spcFirstLastPara="1" wrap="square" lIns="455425" tIns="455425" rIns="455425" bIns="455425" anchor="t" anchorCtr="0">
            <a:normAutofit/>
          </a:bodyPr>
          <a:lstStyle>
            <a:lvl1pPr marL="457200" lvl="0" indent="-609600">
              <a:spcBef>
                <a:spcPts val="0"/>
              </a:spcBef>
              <a:spcAft>
                <a:spcPts val="0"/>
              </a:spcAft>
              <a:buSzPts val="6000"/>
              <a:buChar char="●"/>
              <a:defRPr sz="6000"/>
            </a:lvl1pPr>
            <a:lvl2pPr marL="914400" lvl="1" indent="-609600">
              <a:spcBef>
                <a:spcPts val="0"/>
              </a:spcBef>
              <a:spcAft>
                <a:spcPts val="0"/>
              </a:spcAft>
              <a:buSzPts val="6000"/>
              <a:buChar char="○"/>
              <a:defRPr sz="6000"/>
            </a:lvl2pPr>
            <a:lvl3pPr marL="1371600" lvl="2" indent="-609600">
              <a:spcBef>
                <a:spcPts val="0"/>
              </a:spcBef>
              <a:spcAft>
                <a:spcPts val="0"/>
              </a:spcAft>
              <a:buSzPts val="6000"/>
              <a:buChar char="■"/>
              <a:defRPr sz="6000"/>
            </a:lvl3pPr>
            <a:lvl4pPr marL="1828800" lvl="3" indent="-609600">
              <a:spcBef>
                <a:spcPts val="0"/>
              </a:spcBef>
              <a:spcAft>
                <a:spcPts val="0"/>
              </a:spcAft>
              <a:buSzPts val="6000"/>
              <a:buChar char="●"/>
              <a:defRPr sz="6000"/>
            </a:lvl4pPr>
            <a:lvl5pPr marL="2286000" lvl="4" indent="-609600">
              <a:spcBef>
                <a:spcPts val="0"/>
              </a:spcBef>
              <a:spcAft>
                <a:spcPts val="0"/>
              </a:spcAft>
              <a:buSzPts val="6000"/>
              <a:buChar char="○"/>
              <a:defRPr sz="6000"/>
            </a:lvl5pPr>
            <a:lvl6pPr marL="2743200" lvl="5" indent="-609600">
              <a:spcBef>
                <a:spcPts val="0"/>
              </a:spcBef>
              <a:spcAft>
                <a:spcPts val="0"/>
              </a:spcAft>
              <a:buSzPts val="6000"/>
              <a:buChar char="■"/>
              <a:defRPr sz="6000"/>
            </a:lvl6pPr>
            <a:lvl7pPr marL="3200400" lvl="6" indent="-609600">
              <a:spcBef>
                <a:spcPts val="0"/>
              </a:spcBef>
              <a:spcAft>
                <a:spcPts val="0"/>
              </a:spcAft>
              <a:buSzPts val="6000"/>
              <a:buChar char="●"/>
              <a:defRPr sz="6000"/>
            </a:lvl7pPr>
            <a:lvl8pPr marL="3657600" lvl="7" indent="-609600">
              <a:spcBef>
                <a:spcPts val="0"/>
              </a:spcBef>
              <a:spcAft>
                <a:spcPts val="0"/>
              </a:spcAft>
              <a:buSzPts val="6000"/>
              <a:buChar char="○"/>
              <a:defRPr sz="6000"/>
            </a:lvl8pPr>
            <a:lvl9pPr marL="4114800" lvl="8" indent="-609600">
              <a:spcBef>
                <a:spcPts val="0"/>
              </a:spcBef>
              <a:spcAft>
                <a:spcPts val="0"/>
              </a:spcAft>
              <a:buSzPts val="6000"/>
              <a:buChar char="■"/>
              <a:defRPr sz="6000"/>
            </a:lvl9pPr>
          </a:lstStyle>
          <a:p>
            <a:endParaRPr/>
          </a:p>
        </p:txBody>
      </p:sp>
      <p:sp>
        <p:nvSpPr>
          <p:cNvPr id="31" name="Google Shape;31;p7"/>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623229" y="3746130"/>
            <a:ext cx="21084000" cy="34043400"/>
          </a:xfrm>
          <a:prstGeom prst="rect">
            <a:avLst/>
          </a:prstGeom>
        </p:spPr>
        <p:txBody>
          <a:bodyPr spcFirstLastPara="1" wrap="square" lIns="455425" tIns="455425" rIns="455425" bIns="455425" anchor="ctr" anchorCtr="0">
            <a:normAutofit/>
          </a:bodyPr>
          <a:lstStyle>
            <a:lvl1pPr lvl="0">
              <a:spcBef>
                <a:spcPts val="0"/>
              </a:spcBef>
              <a:spcAft>
                <a:spcPts val="0"/>
              </a:spcAft>
              <a:buSzPts val="23900"/>
              <a:buNone/>
              <a:defRPr sz="23900"/>
            </a:lvl1pPr>
            <a:lvl2pPr lvl="1">
              <a:spcBef>
                <a:spcPts val="0"/>
              </a:spcBef>
              <a:spcAft>
                <a:spcPts val="0"/>
              </a:spcAft>
              <a:buSzPts val="23900"/>
              <a:buNone/>
              <a:defRPr sz="23900"/>
            </a:lvl2pPr>
            <a:lvl3pPr lvl="2">
              <a:spcBef>
                <a:spcPts val="0"/>
              </a:spcBef>
              <a:spcAft>
                <a:spcPts val="0"/>
              </a:spcAft>
              <a:buSzPts val="23900"/>
              <a:buNone/>
              <a:defRPr sz="23900"/>
            </a:lvl3pPr>
            <a:lvl4pPr lvl="3">
              <a:spcBef>
                <a:spcPts val="0"/>
              </a:spcBef>
              <a:spcAft>
                <a:spcPts val="0"/>
              </a:spcAft>
              <a:buSzPts val="23900"/>
              <a:buNone/>
              <a:defRPr sz="23900"/>
            </a:lvl4pPr>
            <a:lvl5pPr lvl="4">
              <a:spcBef>
                <a:spcPts val="0"/>
              </a:spcBef>
              <a:spcAft>
                <a:spcPts val="0"/>
              </a:spcAft>
              <a:buSzPts val="23900"/>
              <a:buNone/>
              <a:defRPr sz="23900"/>
            </a:lvl5pPr>
            <a:lvl6pPr lvl="5">
              <a:spcBef>
                <a:spcPts val="0"/>
              </a:spcBef>
              <a:spcAft>
                <a:spcPts val="0"/>
              </a:spcAft>
              <a:buSzPts val="23900"/>
              <a:buNone/>
              <a:defRPr sz="23900"/>
            </a:lvl6pPr>
            <a:lvl7pPr lvl="6">
              <a:spcBef>
                <a:spcPts val="0"/>
              </a:spcBef>
              <a:spcAft>
                <a:spcPts val="0"/>
              </a:spcAft>
              <a:buSzPts val="23900"/>
              <a:buNone/>
              <a:defRPr sz="23900"/>
            </a:lvl7pPr>
            <a:lvl8pPr lvl="7">
              <a:spcBef>
                <a:spcPts val="0"/>
              </a:spcBef>
              <a:spcAft>
                <a:spcPts val="0"/>
              </a:spcAft>
              <a:buSzPts val="23900"/>
              <a:buNone/>
              <a:defRPr sz="23900"/>
            </a:lvl8pPr>
            <a:lvl9pPr lvl="8">
              <a:spcBef>
                <a:spcPts val="0"/>
              </a:spcBef>
              <a:spcAft>
                <a:spcPts val="0"/>
              </a:spcAft>
              <a:buSzPts val="23900"/>
              <a:buNone/>
              <a:defRPr sz="23900"/>
            </a:lvl9pPr>
          </a:lstStyle>
          <a:p>
            <a:endParaRPr/>
          </a:p>
        </p:txBody>
      </p:sp>
      <p:sp>
        <p:nvSpPr>
          <p:cNvPr id="34" name="Google Shape;34;p8"/>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5138000" y="-1040"/>
            <a:ext cx="15138000" cy="42804000"/>
          </a:xfrm>
          <a:prstGeom prst="rect">
            <a:avLst/>
          </a:prstGeom>
          <a:solidFill>
            <a:schemeClr val="lt2"/>
          </a:solidFill>
          <a:ln>
            <a:noFill/>
          </a:ln>
        </p:spPr>
        <p:txBody>
          <a:bodyPr spcFirstLastPara="1" wrap="square" lIns="455425" tIns="455425" rIns="455425" bIns="455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879077" y="10262433"/>
            <a:ext cx="13393800" cy="12335700"/>
          </a:xfrm>
          <a:prstGeom prst="rect">
            <a:avLst/>
          </a:prstGeom>
        </p:spPr>
        <p:txBody>
          <a:bodyPr spcFirstLastPara="1" wrap="square" lIns="455425" tIns="455425" rIns="455425" bIns="455425" anchor="b" anchorCtr="0">
            <a:normAutofit/>
          </a:bodyPr>
          <a:lstStyle>
            <a:lvl1pPr lvl="0" algn="ctr">
              <a:spcBef>
                <a:spcPts val="0"/>
              </a:spcBef>
              <a:spcAft>
                <a:spcPts val="0"/>
              </a:spcAft>
              <a:buSzPts val="20900"/>
              <a:buNone/>
              <a:defRPr sz="20900"/>
            </a:lvl1pPr>
            <a:lvl2pPr lvl="1" algn="ctr">
              <a:spcBef>
                <a:spcPts val="0"/>
              </a:spcBef>
              <a:spcAft>
                <a:spcPts val="0"/>
              </a:spcAft>
              <a:buSzPts val="20900"/>
              <a:buNone/>
              <a:defRPr sz="20900"/>
            </a:lvl2pPr>
            <a:lvl3pPr lvl="2" algn="ctr">
              <a:spcBef>
                <a:spcPts val="0"/>
              </a:spcBef>
              <a:spcAft>
                <a:spcPts val="0"/>
              </a:spcAft>
              <a:buSzPts val="20900"/>
              <a:buNone/>
              <a:defRPr sz="20900"/>
            </a:lvl3pPr>
            <a:lvl4pPr lvl="3" algn="ctr">
              <a:spcBef>
                <a:spcPts val="0"/>
              </a:spcBef>
              <a:spcAft>
                <a:spcPts val="0"/>
              </a:spcAft>
              <a:buSzPts val="20900"/>
              <a:buNone/>
              <a:defRPr sz="20900"/>
            </a:lvl4pPr>
            <a:lvl5pPr lvl="4" algn="ctr">
              <a:spcBef>
                <a:spcPts val="0"/>
              </a:spcBef>
              <a:spcAft>
                <a:spcPts val="0"/>
              </a:spcAft>
              <a:buSzPts val="20900"/>
              <a:buNone/>
              <a:defRPr sz="20900"/>
            </a:lvl5pPr>
            <a:lvl6pPr lvl="5" algn="ctr">
              <a:spcBef>
                <a:spcPts val="0"/>
              </a:spcBef>
              <a:spcAft>
                <a:spcPts val="0"/>
              </a:spcAft>
              <a:buSzPts val="20900"/>
              <a:buNone/>
              <a:defRPr sz="20900"/>
            </a:lvl6pPr>
            <a:lvl7pPr lvl="6" algn="ctr">
              <a:spcBef>
                <a:spcPts val="0"/>
              </a:spcBef>
              <a:spcAft>
                <a:spcPts val="0"/>
              </a:spcAft>
              <a:buSzPts val="20900"/>
              <a:buNone/>
              <a:defRPr sz="20900"/>
            </a:lvl7pPr>
            <a:lvl8pPr lvl="7" algn="ctr">
              <a:spcBef>
                <a:spcPts val="0"/>
              </a:spcBef>
              <a:spcAft>
                <a:spcPts val="0"/>
              </a:spcAft>
              <a:buSzPts val="20900"/>
              <a:buNone/>
              <a:defRPr sz="20900"/>
            </a:lvl8pPr>
            <a:lvl9pPr lvl="8" algn="ctr">
              <a:spcBef>
                <a:spcPts val="0"/>
              </a:spcBef>
              <a:spcAft>
                <a:spcPts val="0"/>
              </a:spcAft>
              <a:buSzPts val="20900"/>
              <a:buNone/>
              <a:defRPr sz="20900"/>
            </a:lvl9pPr>
          </a:lstStyle>
          <a:p>
            <a:endParaRPr/>
          </a:p>
        </p:txBody>
      </p:sp>
      <p:sp>
        <p:nvSpPr>
          <p:cNvPr id="38" name="Google Shape;38;p9"/>
          <p:cNvSpPr txBox="1">
            <a:spLocks noGrp="1"/>
          </p:cNvSpPr>
          <p:nvPr>
            <p:ph type="subTitle" idx="1"/>
          </p:nvPr>
        </p:nvSpPr>
        <p:spPr>
          <a:xfrm>
            <a:off x="879077" y="23327077"/>
            <a:ext cx="13393800" cy="10278600"/>
          </a:xfrm>
          <a:prstGeom prst="rect">
            <a:avLst/>
          </a:prstGeom>
        </p:spPr>
        <p:txBody>
          <a:bodyPr spcFirstLastPara="1" wrap="square" lIns="455425" tIns="455425" rIns="455425" bIns="455425" anchor="t" anchorCtr="0">
            <a:normAutofit/>
          </a:bodyPr>
          <a:lstStyle>
            <a:lvl1pPr lvl="0" algn="ctr">
              <a:lnSpc>
                <a:spcPct val="100000"/>
              </a:lnSpc>
              <a:spcBef>
                <a:spcPts val="0"/>
              </a:spcBef>
              <a:spcAft>
                <a:spcPts val="0"/>
              </a:spcAft>
              <a:buSzPts val="10500"/>
              <a:buNone/>
              <a:defRPr sz="10500"/>
            </a:lvl1pPr>
            <a:lvl2pPr lvl="1" algn="ctr">
              <a:lnSpc>
                <a:spcPct val="100000"/>
              </a:lnSpc>
              <a:spcBef>
                <a:spcPts val="0"/>
              </a:spcBef>
              <a:spcAft>
                <a:spcPts val="0"/>
              </a:spcAft>
              <a:buSzPts val="10500"/>
              <a:buNone/>
              <a:defRPr sz="10500"/>
            </a:lvl2pPr>
            <a:lvl3pPr lvl="2" algn="ctr">
              <a:lnSpc>
                <a:spcPct val="100000"/>
              </a:lnSpc>
              <a:spcBef>
                <a:spcPts val="0"/>
              </a:spcBef>
              <a:spcAft>
                <a:spcPts val="0"/>
              </a:spcAft>
              <a:buSzPts val="10500"/>
              <a:buNone/>
              <a:defRPr sz="10500"/>
            </a:lvl3pPr>
            <a:lvl4pPr lvl="3" algn="ctr">
              <a:lnSpc>
                <a:spcPct val="100000"/>
              </a:lnSpc>
              <a:spcBef>
                <a:spcPts val="0"/>
              </a:spcBef>
              <a:spcAft>
                <a:spcPts val="0"/>
              </a:spcAft>
              <a:buSzPts val="10500"/>
              <a:buNone/>
              <a:defRPr sz="10500"/>
            </a:lvl4pPr>
            <a:lvl5pPr lvl="4" algn="ctr">
              <a:lnSpc>
                <a:spcPct val="100000"/>
              </a:lnSpc>
              <a:spcBef>
                <a:spcPts val="0"/>
              </a:spcBef>
              <a:spcAft>
                <a:spcPts val="0"/>
              </a:spcAft>
              <a:buSzPts val="10500"/>
              <a:buNone/>
              <a:defRPr sz="10500"/>
            </a:lvl5pPr>
            <a:lvl6pPr lvl="5" algn="ctr">
              <a:lnSpc>
                <a:spcPct val="100000"/>
              </a:lnSpc>
              <a:spcBef>
                <a:spcPts val="0"/>
              </a:spcBef>
              <a:spcAft>
                <a:spcPts val="0"/>
              </a:spcAft>
              <a:buSzPts val="10500"/>
              <a:buNone/>
              <a:defRPr sz="10500"/>
            </a:lvl6pPr>
            <a:lvl7pPr lvl="6" algn="ctr">
              <a:lnSpc>
                <a:spcPct val="100000"/>
              </a:lnSpc>
              <a:spcBef>
                <a:spcPts val="0"/>
              </a:spcBef>
              <a:spcAft>
                <a:spcPts val="0"/>
              </a:spcAft>
              <a:buSzPts val="10500"/>
              <a:buNone/>
              <a:defRPr sz="10500"/>
            </a:lvl7pPr>
            <a:lvl8pPr lvl="7" algn="ctr">
              <a:lnSpc>
                <a:spcPct val="100000"/>
              </a:lnSpc>
              <a:spcBef>
                <a:spcPts val="0"/>
              </a:spcBef>
              <a:spcAft>
                <a:spcPts val="0"/>
              </a:spcAft>
              <a:buSzPts val="10500"/>
              <a:buNone/>
              <a:defRPr sz="10500"/>
            </a:lvl8pPr>
            <a:lvl9pPr lvl="8" algn="ctr">
              <a:lnSpc>
                <a:spcPct val="100000"/>
              </a:lnSpc>
              <a:spcBef>
                <a:spcPts val="0"/>
              </a:spcBef>
              <a:spcAft>
                <a:spcPts val="0"/>
              </a:spcAft>
              <a:buSzPts val="10500"/>
              <a:buNone/>
              <a:defRPr sz="10500"/>
            </a:lvl9pPr>
          </a:lstStyle>
          <a:p>
            <a:endParaRPr/>
          </a:p>
        </p:txBody>
      </p:sp>
      <p:sp>
        <p:nvSpPr>
          <p:cNvPr id="39" name="Google Shape;39;p9"/>
          <p:cNvSpPr txBox="1">
            <a:spLocks noGrp="1"/>
          </p:cNvSpPr>
          <p:nvPr>
            <p:ph type="body" idx="2"/>
          </p:nvPr>
        </p:nvSpPr>
        <p:spPr>
          <a:xfrm>
            <a:off x="16354801" y="6025723"/>
            <a:ext cx="12704400" cy="30750600"/>
          </a:xfrm>
          <a:prstGeom prst="rect">
            <a:avLst/>
          </a:prstGeom>
        </p:spPr>
        <p:txBody>
          <a:bodyPr spcFirstLastPara="1" wrap="square" lIns="455425" tIns="455425" rIns="455425" bIns="455425" anchor="ctr" anchorCtr="0">
            <a:normAutofit/>
          </a:bodyPr>
          <a:lstStyle>
            <a:lvl1pPr marL="457200" lvl="0" indent="-800100">
              <a:spcBef>
                <a:spcPts val="0"/>
              </a:spcBef>
              <a:spcAft>
                <a:spcPts val="0"/>
              </a:spcAft>
              <a:buSzPts val="9000"/>
              <a:buChar char="●"/>
              <a:defRPr/>
            </a:lvl1pPr>
            <a:lvl2pPr marL="914400" lvl="1" indent="-673100">
              <a:spcBef>
                <a:spcPts val="0"/>
              </a:spcBef>
              <a:spcAft>
                <a:spcPts val="0"/>
              </a:spcAft>
              <a:buSzPts val="7000"/>
              <a:buChar char="○"/>
              <a:defRPr/>
            </a:lvl2pPr>
            <a:lvl3pPr marL="1371600" lvl="2" indent="-673100">
              <a:spcBef>
                <a:spcPts val="0"/>
              </a:spcBef>
              <a:spcAft>
                <a:spcPts val="0"/>
              </a:spcAft>
              <a:buSzPts val="7000"/>
              <a:buChar char="■"/>
              <a:defRPr/>
            </a:lvl3pPr>
            <a:lvl4pPr marL="1828800" lvl="3" indent="-673100">
              <a:spcBef>
                <a:spcPts val="0"/>
              </a:spcBef>
              <a:spcAft>
                <a:spcPts val="0"/>
              </a:spcAft>
              <a:buSzPts val="7000"/>
              <a:buChar char="●"/>
              <a:defRPr/>
            </a:lvl4pPr>
            <a:lvl5pPr marL="2286000" lvl="4" indent="-673100">
              <a:spcBef>
                <a:spcPts val="0"/>
              </a:spcBef>
              <a:spcAft>
                <a:spcPts val="0"/>
              </a:spcAft>
              <a:buSzPts val="7000"/>
              <a:buChar char="○"/>
              <a:defRPr/>
            </a:lvl5pPr>
            <a:lvl6pPr marL="2743200" lvl="5" indent="-673100">
              <a:spcBef>
                <a:spcPts val="0"/>
              </a:spcBef>
              <a:spcAft>
                <a:spcPts val="0"/>
              </a:spcAft>
              <a:buSzPts val="7000"/>
              <a:buChar char="■"/>
              <a:defRPr/>
            </a:lvl6pPr>
            <a:lvl7pPr marL="3200400" lvl="6" indent="-673100">
              <a:spcBef>
                <a:spcPts val="0"/>
              </a:spcBef>
              <a:spcAft>
                <a:spcPts val="0"/>
              </a:spcAft>
              <a:buSzPts val="7000"/>
              <a:buChar char="●"/>
              <a:defRPr/>
            </a:lvl7pPr>
            <a:lvl8pPr marL="3657600" lvl="7" indent="-673100">
              <a:spcBef>
                <a:spcPts val="0"/>
              </a:spcBef>
              <a:spcAft>
                <a:spcPts val="0"/>
              </a:spcAft>
              <a:buSzPts val="7000"/>
              <a:buChar char="○"/>
              <a:defRPr/>
            </a:lvl8pPr>
            <a:lvl9pPr marL="4114800" lvl="8" indent="-673100">
              <a:spcBef>
                <a:spcPts val="0"/>
              </a:spcBef>
              <a:spcAft>
                <a:spcPts val="0"/>
              </a:spcAft>
              <a:buSzPts val="7000"/>
              <a:buChar char="■"/>
              <a:defRPr/>
            </a:lvl9pPr>
          </a:lstStyle>
          <a:p>
            <a:endParaRPr/>
          </a:p>
        </p:txBody>
      </p:sp>
      <p:sp>
        <p:nvSpPr>
          <p:cNvPr id="40" name="Google Shape;40;p9"/>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032046" y="35206675"/>
            <a:ext cx="19862100" cy="5035500"/>
          </a:xfrm>
          <a:prstGeom prst="rect">
            <a:avLst/>
          </a:prstGeom>
        </p:spPr>
        <p:txBody>
          <a:bodyPr spcFirstLastPara="1" wrap="square" lIns="455425" tIns="455425" rIns="455425" bIns="455425" anchor="ctr" anchorCtr="0">
            <a:normAutofit/>
          </a:bodyPr>
          <a:lstStyle>
            <a:lvl1pPr marL="457200" lvl="0" indent="-228600">
              <a:lnSpc>
                <a:spcPct val="100000"/>
              </a:lnSpc>
              <a:spcBef>
                <a:spcPts val="0"/>
              </a:spcBef>
              <a:spcAft>
                <a:spcPts val="0"/>
              </a:spcAft>
              <a:buSzPts val="9000"/>
              <a:buNone/>
              <a:defRPr/>
            </a:lvl1pPr>
          </a:lstStyle>
          <a:p>
            <a:endParaRPr/>
          </a:p>
        </p:txBody>
      </p:sp>
      <p:sp>
        <p:nvSpPr>
          <p:cNvPr id="43" name="Google Shape;43;p10"/>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032046" y="9205128"/>
            <a:ext cx="28212000" cy="16340100"/>
          </a:xfrm>
          <a:prstGeom prst="rect">
            <a:avLst/>
          </a:prstGeom>
        </p:spPr>
        <p:txBody>
          <a:bodyPr spcFirstLastPara="1" wrap="square" lIns="455425" tIns="455425" rIns="455425" bIns="455425" anchor="b" anchorCtr="0">
            <a:normAutofit/>
          </a:bodyPr>
          <a:lstStyle>
            <a:lvl1pPr lvl="0" algn="ctr">
              <a:spcBef>
                <a:spcPts val="0"/>
              </a:spcBef>
              <a:spcAft>
                <a:spcPts val="0"/>
              </a:spcAft>
              <a:buSzPts val="59800"/>
              <a:buNone/>
              <a:defRPr sz="59800"/>
            </a:lvl1pPr>
            <a:lvl2pPr lvl="1" algn="ctr">
              <a:spcBef>
                <a:spcPts val="0"/>
              </a:spcBef>
              <a:spcAft>
                <a:spcPts val="0"/>
              </a:spcAft>
              <a:buSzPts val="59800"/>
              <a:buNone/>
              <a:defRPr sz="59800"/>
            </a:lvl2pPr>
            <a:lvl3pPr lvl="2" algn="ctr">
              <a:spcBef>
                <a:spcPts val="0"/>
              </a:spcBef>
              <a:spcAft>
                <a:spcPts val="0"/>
              </a:spcAft>
              <a:buSzPts val="59800"/>
              <a:buNone/>
              <a:defRPr sz="59800"/>
            </a:lvl3pPr>
            <a:lvl4pPr lvl="3" algn="ctr">
              <a:spcBef>
                <a:spcPts val="0"/>
              </a:spcBef>
              <a:spcAft>
                <a:spcPts val="0"/>
              </a:spcAft>
              <a:buSzPts val="59800"/>
              <a:buNone/>
              <a:defRPr sz="59800"/>
            </a:lvl4pPr>
            <a:lvl5pPr lvl="4" algn="ctr">
              <a:spcBef>
                <a:spcPts val="0"/>
              </a:spcBef>
              <a:spcAft>
                <a:spcPts val="0"/>
              </a:spcAft>
              <a:buSzPts val="59800"/>
              <a:buNone/>
              <a:defRPr sz="59800"/>
            </a:lvl5pPr>
            <a:lvl6pPr lvl="5" algn="ctr">
              <a:spcBef>
                <a:spcPts val="0"/>
              </a:spcBef>
              <a:spcAft>
                <a:spcPts val="0"/>
              </a:spcAft>
              <a:buSzPts val="59800"/>
              <a:buNone/>
              <a:defRPr sz="59800"/>
            </a:lvl6pPr>
            <a:lvl7pPr lvl="6" algn="ctr">
              <a:spcBef>
                <a:spcPts val="0"/>
              </a:spcBef>
              <a:spcAft>
                <a:spcPts val="0"/>
              </a:spcAft>
              <a:buSzPts val="59800"/>
              <a:buNone/>
              <a:defRPr sz="59800"/>
            </a:lvl7pPr>
            <a:lvl8pPr lvl="7" algn="ctr">
              <a:spcBef>
                <a:spcPts val="0"/>
              </a:spcBef>
              <a:spcAft>
                <a:spcPts val="0"/>
              </a:spcAft>
              <a:buSzPts val="59800"/>
              <a:buNone/>
              <a:defRPr sz="59800"/>
            </a:lvl8pPr>
            <a:lvl9pPr lvl="8" algn="ctr">
              <a:spcBef>
                <a:spcPts val="0"/>
              </a:spcBef>
              <a:spcAft>
                <a:spcPts val="0"/>
              </a:spcAft>
              <a:buSzPts val="59800"/>
              <a:buNone/>
              <a:defRPr sz="59800"/>
            </a:lvl9pPr>
          </a:lstStyle>
          <a:p>
            <a:r>
              <a:t>xx%</a:t>
            </a:r>
          </a:p>
        </p:txBody>
      </p:sp>
      <p:sp>
        <p:nvSpPr>
          <p:cNvPr id="46" name="Google Shape;46;p11"/>
          <p:cNvSpPr txBox="1">
            <a:spLocks noGrp="1"/>
          </p:cNvSpPr>
          <p:nvPr>
            <p:ph type="body" idx="1"/>
          </p:nvPr>
        </p:nvSpPr>
        <p:spPr>
          <a:xfrm>
            <a:off x="1032046" y="26232690"/>
            <a:ext cx="28212000" cy="10825200"/>
          </a:xfrm>
          <a:prstGeom prst="rect">
            <a:avLst/>
          </a:prstGeom>
        </p:spPr>
        <p:txBody>
          <a:bodyPr spcFirstLastPara="1" wrap="square" lIns="455425" tIns="455425" rIns="455425" bIns="455425" anchor="t" anchorCtr="0">
            <a:normAutofit/>
          </a:bodyPr>
          <a:lstStyle>
            <a:lvl1pPr marL="457200" lvl="0" indent="-800100" algn="ctr">
              <a:spcBef>
                <a:spcPts val="0"/>
              </a:spcBef>
              <a:spcAft>
                <a:spcPts val="0"/>
              </a:spcAft>
              <a:buSzPts val="9000"/>
              <a:buChar char="●"/>
              <a:defRPr/>
            </a:lvl1pPr>
            <a:lvl2pPr marL="914400" lvl="1" indent="-673100" algn="ctr">
              <a:spcBef>
                <a:spcPts val="0"/>
              </a:spcBef>
              <a:spcAft>
                <a:spcPts val="0"/>
              </a:spcAft>
              <a:buSzPts val="7000"/>
              <a:buChar char="○"/>
              <a:defRPr/>
            </a:lvl2pPr>
            <a:lvl3pPr marL="1371600" lvl="2" indent="-673100" algn="ctr">
              <a:spcBef>
                <a:spcPts val="0"/>
              </a:spcBef>
              <a:spcAft>
                <a:spcPts val="0"/>
              </a:spcAft>
              <a:buSzPts val="7000"/>
              <a:buChar char="■"/>
              <a:defRPr/>
            </a:lvl3pPr>
            <a:lvl4pPr marL="1828800" lvl="3" indent="-673100" algn="ctr">
              <a:spcBef>
                <a:spcPts val="0"/>
              </a:spcBef>
              <a:spcAft>
                <a:spcPts val="0"/>
              </a:spcAft>
              <a:buSzPts val="7000"/>
              <a:buChar char="●"/>
              <a:defRPr/>
            </a:lvl4pPr>
            <a:lvl5pPr marL="2286000" lvl="4" indent="-673100" algn="ctr">
              <a:spcBef>
                <a:spcPts val="0"/>
              </a:spcBef>
              <a:spcAft>
                <a:spcPts val="0"/>
              </a:spcAft>
              <a:buSzPts val="7000"/>
              <a:buChar char="○"/>
              <a:defRPr/>
            </a:lvl5pPr>
            <a:lvl6pPr marL="2743200" lvl="5" indent="-673100" algn="ctr">
              <a:spcBef>
                <a:spcPts val="0"/>
              </a:spcBef>
              <a:spcAft>
                <a:spcPts val="0"/>
              </a:spcAft>
              <a:buSzPts val="7000"/>
              <a:buChar char="■"/>
              <a:defRPr/>
            </a:lvl6pPr>
            <a:lvl7pPr marL="3200400" lvl="6" indent="-673100" algn="ctr">
              <a:spcBef>
                <a:spcPts val="0"/>
              </a:spcBef>
              <a:spcAft>
                <a:spcPts val="0"/>
              </a:spcAft>
              <a:buSzPts val="7000"/>
              <a:buChar char="●"/>
              <a:defRPr/>
            </a:lvl7pPr>
            <a:lvl8pPr marL="3657600" lvl="7" indent="-673100" algn="ctr">
              <a:spcBef>
                <a:spcPts val="0"/>
              </a:spcBef>
              <a:spcAft>
                <a:spcPts val="0"/>
              </a:spcAft>
              <a:buSzPts val="7000"/>
              <a:buChar char="○"/>
              <a:defRPr/>
            </a:lvl8pPr>
            <a:lvl9pPr marL="4114800" lvl="8" indent="-673100" algn="ctr">
              <a:spcBef>
                <a:spcPts val="0"/>
              </a:spcBef>
              <a:spcAft>
                <a:spcPts val="0"/>
              </a:spcAft>
              <a:buSzPts val="7000"/>
              <a:buChar char="■"/>
              <a:defRPr/>
            </a:lvl9pPr>
          </a:lstStyle>
          <a:p>
            <a:endParaRPr/>
          </a:p>
        </p:txBody>
      </p:sp>
      <p:sp>
        <p:nvSpPr>
          <p:cNvPr id="47" name="Google Shape;47;p11"/>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32046" y="3703480"/>
            <a:ext cx="28212000" cy="4766100"/>
          </a:xfrm>
          <a:prstGeom prst="rect">
            <a:avLst/>
          </a:prstGeom>
          <a:noFill/>
          <a:ln>
            <a:noFill/>
          </a:ln>
        </p:spPr>
        <p:txBody>
          <a:bodyPr spcFirstLastPara="1" wrap="square" lIns="455425" tIns="455425" rIns="455425" bIns="455425" anchor="t" anchorCtr="0">
            <a:normAutofit/>
          </a:bodyPr>
          <a:lstStyle>
            <a:lvl1pPr lvl="0">
              <a:spcBef>
                <a:spcPts val="0"/>
              </a:spcBef>
              <a:spcAft>
                <a:spcPts val="0"/>
              </a:spcAft>
              <a:buClr>
                <a:schemeClr val="dk1"/>
              </a:buClr>
              <a:buSzPts val="13900"/>
              <a:buNone/>
              <a:defRPr sz="13900">
                <a:solidFill>
                  <a:schemeClr val="dk1"/>
                </a:solidFill>
              </a:defRPr>
            </a:lvl1pPr>
            <a:lvl2pPr lvl="1">
              <a:spcBef>
                <a:spcPts val="0"/>
              </a:spcBef>
              <a:spcAft>
                <a:spcPts val="0"/>
              </a:spcAft>
              <a:buClr>
                <a:schemeClr val="dk1"/>
              </a:buClr>
              <a:buSzPts val="13900"/>
              <a:buNone/>
              <a:defRPr sz="13900">
                <a:solidFill>
                  <a:schemeClr val="dk1"/>
                </a:solidFill>
              </a:defRPr>
            </a:lvl2pPr>
            <a:lvl3pPr lvl="2">
              <a:spcBef>
                <a:spcPts val="0"/>
              </a:spcBef>
              <a:spcAft>
                <a:spcPts val="0"/>
              </a:spcAft>
              <a:buClr>
                <a:schemeClr val="dk1"/>
              </a:buClr>
              <a:buSzPts val="13900"/>
              <a:buNone/>
              <a:defRPr sz="13900">
                <a:solidFill>
                  <a:schemeClr val="dk1"/>
                </a:solidFill>
              </a:defRPr>
            </a:lvl3pPr>
            <a:lvl4pPr lvl="3">
              <a:spcBef>
                <a:spcPts val="0"/>
              </a:spcBef>
              <a:spcAft>
                <a:spcPts val="0"/>
              </a:spcAft>
              <a:buClr>
                <a:schemeClr val="dk1"/>
              </a:buClr>
              <a:buSzPts val="13900"/>
              <a:buNone/>
              <a:defRPr sz="13900">
                <a:solidFill>
                  <a:schemeClr val="dk1"/>
                </a:solidFill>
              </a:defRPr>
            </a:lvl4pPr>
            <a:lvl5pPr lvl="4">
              <a:spcBef>
                <a:spcPts val="0"/>
              </a:spcBef>
              <a:spcAft>
                <a:spcPts val="0"/>
              </a:spcAft>
              <a:buClr>
                <a:schemeClr val="dk1"/>
              </a:buClr>
              <a:buSzPts val="13900"/>
              <a:buNone/>
              <a:defRPr sz="13900">
                <a:solidFill>
                  <a:schemeClr val="dk1"/>
                </a:solidFill>
              </a:defRPr>
            </a:lvl5pPr>
            <a:lvl6pPr lvl="5">
              <a:spcBef>
                <a:spcPts val="0"/>
              </a:spcBef>
              <a:spcAft>
                <a:spcPts val="0"/>
              </a:spcAft>
              <a:buClr>
                <a:schemeClr val="dk1"/>
              </a:buClr>
              <a:buSzPts val="13900"/>
              <a:buNone/>
              <a:defRPr sz="13900">
                <a:solidFill>
                  <a:schemeClr val="dk1"/>
                </a:solidFill>
              </a:defRPr>
            </a:lvl6pPr>
            <a:lvl7pPr lvl="6">
              <a:spcBef>
                <a:spcPts val="0"/>
              </a:spcBef>
              <a:spcAft>
                <a:spcPts val="0"/>
              </a:spcAft>
              <a:buClr>
                <a:schemeClr val="dk1"/>
              </a:buClr>
              <a:buSzPts val="13900"/>
              <a:buNone/>
              <a:defRPr sz="13900">
                <a:solidFill>
                  <a:schemeClr val="dk1"/>
                </a:solidFill>
              </a:defRPr>
            </a:lvl7pPr>
            <a:lvl8pPr lvl="7">
              <a:spcBef>
                <a:spcPts val="0"/>
              </a:spcBef>
              <a:spcAft>
                <a:spcPts val="0"/>
              </a:spcAft>
              <a:buClr>
                <a:schemeClr val="dk1"/>
              </a:buClr>
              <a:buSzPts val="13900"/>
              <a:buNone/>
              <a:defRPr sz="13900">
                <a:solidFill>
                  <a:schemeClr val="dk1"/>
                </a:solidFill>
              </a:defRPr>
            </a:lvl8pPr>
            <a:lvl9pPr lvl="8">
              <a:spcBef>
                <a:spcPts val="0"/>
              </a:spcBef>
              <a:spcAft>
                <a:spcPts val="0"/>
              </a:spcAft>
              <a:buClr>
                <a:schemeClr val="dk1"/>
              </a:buClr>
              <a:buSzPts val="13900"/>
              <a:buNone/>
              <a:defRPr sz="13900">
                <a:solidFill>
                  <a:schemeClr val="dk1"/>
                </a:solidFill>
              </a:defRPr>
            </a:lvl9pPr>
          </a:lstStyle>
          <a:p>
            <a:endParaRPr/>
          </a:p>
        </p:txBody>
      </p:sp>
      <p:sp>
        <p:nvSpPr>
          <p:cNvPr id="7" name="Google Shape;7;p1"/>
          <p:cNvSpPr txBox="1">
            <a:spLocks noGrp="1"/>
          </p:cNvSpPr>
          <p:nvPr>
            <p:ph type="body" idx="1"/>
          </p:nvPr>
        </p:nvSpPr>
        <p:spPr>
          <a:xfrm>
            <a:off x="1032046" y="9590851"/>
            <a:ext cx="28212000" cy="28431000"/>
          </a:xfrm>
          <a:prstGeom prst="rect">
            <a:avLst/>
          </a:prstGeom>
          <a:noFill/>
          <a:ln>
            <a:noFill/>
          </a:ln>
        </p:spPr>
        <p:txBody>
          <a:bodyPr spcFirstLastPara="1" wrap="square" lIns="455425" tIns="455425" rIns="455425" bIns="455425" anchor="t" anchorCtr="0">
            <a:normAutofit/>
          </a:bodyPr>
          <a:lstStyle>
            <a:lvl1pPr marL="457200" lvl="0" indent="-800100">
              <a:lnSpc>
                <a:spcPct val="115000"/>
              </a:lnSpc>
              <a:spcBef>
                <a:spcPts val="0"/>
              </a:spcBef>
              <a:spcAft>
                <a:spcPts val="0"/>
              </a:spcAft>
              <a:buClr>
                <a:schemeClr val="dk2"/>
              </a:buClr>
              <a:buSzPts val="9000"/>
              <a:buChar char="●"/>
              <a:defRPr sz="9000">
                <a:solidFill>
                  <a:schemeClr val="dk2"/>
                </a:solidFill>
              </a:defRPr>
            </a:lvl1pPr>
            <a:lvl2pPr marL="914400" lvl="1" indent="-673100">
              <a:lnSpc>
                <a:spcPct val="115000"/>
              </a:lnSpc>
              <a:spcBef>
                <a:spcPts val="0"/>
              </a:spcBef>
              <a:spcAft>
                <a:spcPts val="0"/>
              </a:spcAft>
              <a:buClr>
                <a:schemeClr val="dk2"/>
              </a:buClr>
              <a:buSzPts val="7000"/>
              <a:buChar char="○"/>
              <a:defRPr sz="7000">
                <a:solidFill>
                  <a:schemeClr val="dk2"/>
                </a:solidFill>
              </a:defRPr>
            </a:lvl2pPr>
            <a:lvl3pPr marL="1371600" lvl="2" indent="-673100">
              <a:lnSpc>
                <a:spcPct val="115000"/>
              </a:lnSpc>
              <a:spcBef>
                <a:spcPts val="0"/>
              </a:spcBef>
              <a:spcAft>
                <a:spcPts val="0"/>
              </a:spcAft>
              <a:buClr>
                <a:schemeClr val="dk2"/>
              </a:buClr>
              <a:buSzPts val="7000"/>
              <a:buChar char="■"/>
              <a:defRPr sz="7000">
                <a:solidFill>
                  <a:schemeClr val="dk2"/>
                </a:solidFill>
              </a:defRPr>
            </a:lvl3pPr>
            <a:lvl4pPr marL="1828800" lvl="3" indent="-673100">
              <a:lnSpc>
                <a:spcPct val="115000"/>
              </a:lnSpc>
              <a:spcBef>
                <a:spcPts val="0"/>
              </a:spcBef>
              <a:spcAft>
                <a:spcPts val="0"/>
              </a:spcAft>
              <a:buClr>
                <a:schemeClr val="dk2"/>
              </a:buClr>
              <a:buSzPts val="7000"/>
              <a:buChar char="●"/>
              <a:defRPr sz="7000">
                <a:solidFill>
                  <a:schemeClr val="dk2"/>
                </a:solidFill>
              </a:defRPr>
            </a:lvl4pPr>
            <a:lvl5pPr marL="2286000" lvl="4" indent="-673100">
              <a:lnSpc>
                <a:spcPct val="115000"/>
              </a:lnSpc>
              <a:spcBef>
                <a:spcPts val="0"/>
              </a:spcBef>
              <a:spcAft>
                <a:spcPts val="0"/>
              </a:spcAft>
              <a:buClr>
                <a:schemeClr val="dk2"/>
              </a:buClr>
              <a:buSzPts val="7000"/>
              <a:buChar char="○"/>
              <a:defRPr sz="7000">
                <a:solidFill>
                  <a:schemeClr val="dk2"/>
                </a:solidFill>
              </a:defRPr>
            </a:lvl5pPr>
            <a:lvl6pPr marL="2743200" lvl="5" indent="-673100">
              <a:lnSpc>
                <a:spcPct val="115000"/>
              </a:lnSpc>
              <a:spcBef>
                <a:spcPts val="0"/>
              </a:spcBef>
              <a:spcAft>
                <a:spcPts val="0"/>
              </a:spcAft>
              <a:buClr>
                <a:schemeClr val="dk2"/>
              </a:buClr>
              <a:buSzPts val="7000"/>
              <a:buChar char="■"/>
              <a:defRPr sz="7000">
                <a:solidFill>
                  <a:schemeClr val="dk2"/>
                </a:solidFill>
              </a:defRPr>
            </a:lvl6pPr>
            <a:lvl7pPr marL="3200400" lvl="6" indent="-673100">
              <a:lnSpc>
                <a:spcPct val="115000"/>
              </a:lnSpc>
              <a:spcBef>
                <a:spcPts val="0"/>
              </a:spcBef>
              <a:spcAft>
                <a:spcPts val="0"/>
              </a:spcAft>
              <a:buClr>
                <a:schemeClr val="dk2"/>
              </a:buClr>
              <a:buSzPts val="7000"/>
              <a:buChar char="●"/>
              <a:defRPr sz="7000">
                <a:solidFill>
                  <a:schemeClr val="dk2"/>
                </a:solidFill>
              </a:defRPr>
            </a:lvl7pPr>
            <a:lvl8pPr marL="3657600" lvl="7" indent="-673100">
              <a:lnSpc>
                <a:spcPct val="115000"/>
              </a:lnSpc>
              <a:spcBef>
                <a:spcPts val="0"/>
              </a:spcBef>
              <a:spcAft>
                <a:spcPts val="0"/>
              </a:spcAft>
              <a:buClr>
                <a:schemeClr val="dk2"/>
              </a:buClr>
              <a:buSzPts val="7000"/>
              <a:buChar char="○"/>
              <a:defRPr sz="7000">
                <a:solidFill>
                  <a:schemeClr val="dk2"/>
                </a:solidFill>
              </a:defRPr>
            </a:lvl8pPr>
            <a:lvl9pPr marL="4114800" lvl="8" indent="-673100">
              <a:lnSpc>
                <a:spcPct val="115000"/>
              </a:lnSpc>
              <a:spcBef>
                <a:spcPts val="0"/>
              </a:spcBef>
              <a:spcAft>
                <a:spcPts val="0"/>
              </a:spcAft>
              <a:buClr>
                <a:schemeClr val="dk2"/>
              </a:buClr>
              <a:buSzPts val="7000"/>
              <a:buChar char="■"/>
              <a:defRPr sz="7000">
                <a:solidFill>
                  <a:schemeClr val="dk2"/>
                </a:solidFill>
              </a:defRPr>
            </a:lvl9pPr>
          </a:lstStyle>
          <a:p>
            <a:endParaRPr/>
          </a:p>
        </p:txBody>
      </p:sp>
      <p:sp>
        <p:nvSpPr>
          <p:cNvPr id="8" name="Google Shape;8;p1"/>
          <p:cNvSpPr txBox="1">
            <a:spLocks noGrp="1"/>
          </p:cNvSpPr>
          <p:nvPr>
            <p:ph type="sldNum" idx="12"/>
          </p:nvPr>
        </p:nvSpPr>
        <p:spPr>
          <a:xfrm>
            <a:off x="28052508" y="38807103"/>
            <a:ext cx="1816800" cy="3275400"/>
          </a:xfrm>
          <a:prstGeom prst="rect">
            <a:avLst/>
          </a:prstGeom>
          <a:noFill/>
          <a:ln>
            <a:noFill/>
          </a:ln>
        </p:spPr>
        <p:txBody>
          <a:bodyPr spcFirstLastPara="1" wrap="square" lIns="455425" tIns="455425" rIns="455425" bIns="455425" anchor="ctr" anchorCtr="0">
            <a:normAutofit/>
          </a:bodyPr>
          <a:lstStyle>
            <a:lvl1pPr lvl="0" algn="r">
              <a:buNone/>
              <a:defRPr sz="5000">
                <a:solidFill>
                  <a:schemeClr val="dk2"/>
                </a:solidFill>
              </a:defRPr>
            </a:lvl1pPr>
            <a:lvl2pPr lvl="1" algn="r">
              <a:buNone/>
              <a:defRPr sz="5000">
                <a:solidFill>
                  <a:schemeClr val="dk2"/>
                </a:solidFill>
              </a:defRPr>
            </a:lvl2pPr>
            <a:lvl3pPr lvl="2" algn="r">
              <a:buNone/>
              <a:defRPr sz="5000">
                <a:solidFill>
                  <a:schemeClr val="dk2"/>
                </a:solidFill>
              </a:defRPr>
            </a:lvl3pPr>
            <a:lvl4pPr lvl="3" algn="r">
              <a:buNone/>
              <a:defRPr sz="5000">
                <a:solidFill>
                  <a:schemeClr val="dk2"/>
                </a:solidFill>
              </a:defRPr>
            </a:lvl4pPr>
            <a:lvl5pPr lvl="4" algn="r">
              <a:buNone/>
              <a:defRPr sz="5000">
                <a:solidFill>
                  <a:schemeClr val="dk2"/>
                </a:solidFill>
              </a:defRPr>
            </a:lvl5pPr>
            <a:lvl6pPr lvl="5" algn="r">
              <a:buNone/>
              <a:defRPr sz="5000">
                <a:solidFill>
                  <a:schemeClr val="dk2"/>
                </a:solidFill>
              </a:defRPr>
            </a:lvl6pPr>
            <a:lvl7pPr lvl="6" algn="r">
              <a:buNone/>
              <a:defRPr sz="5000">
                <a:solidFill>
                  <a:schemeClr val="dk2"/>
                </a:solidFill>
              </a:defRPr>
            </a:lvl7pPr>
            <a:lvl8pPr lvl="7" algn="r">
              <a:buNone/>
              <a:defRPr sz="5000">
                <a:solidFill>
                  <a:schemeClr val="dk2"/>
                </a:solidFill>
              </a:defRPr>
            </a:lvl8pPr>
            <a:lvl9pPr lvl="8" algn="r">
              <a:buNone/>
              <a:defRPr sz="5000">
                <a:solidFill>
                  <a:schemeClr val="dk2"/>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grpSp>
        <p:nvGrpSpPr>
          <p:cNvPr id="5" name="Group 4"/>
          <p:cNvGrpSpPr/>
          <p:nvPr/>
        </p:nvGrpSpPr>
        <p:grpSpPr>
          <a:xfrm>
            <a:off x="3810" y="-1057275"/>
            <a:ext cx="30276800" cy="4299585"/>
            <a:chOff x="0" y="-115"/>
            <a:chExt cx="51840" cy="6771"/>
          </a:xfrm>
          <a:solidFill>
            <a:schemeClr val="accent1">
              <a:lumMod val="75000"/>
            </a:schemeClr>
          </a:solidFill>
        </p:grpSpPr>
        <p:sp>
          <p:nvSpPr>
            <p:cNvPr id="9" name="Title 6"/>
            <p:cNvSpPr txBox="1"/>
            <p:nvPr/>
          </p:nvSpPr>
          <p:spPr>
            <a:xfrm>
              <a:off x="0" y="-115"/>
              <a:ext cx="51840" cy="6771"/>
            </a:xfrm>
            <a:prstGeom prst="rect">
              <a:avLst/>
            </a:prstGeom>
            <a:grpFill/>
            <a:ln>
              <a:noFill/>
            </a:ln>
          </p:spPr>
          <p:txBody>
            <a:bodyPr vert="horz" lIns="91440" tIns="45720" rIns="91440" bIns="45720" rtlCol="0" anchor="t">
              <a:noAutofit/>
            </a:bodyPr>
            <a:lstStyle>
              <a:lvl1pPr algn="l" defTabSz="4267200" rtl="0" eaLnBrk="1" latinLnBrk="0" hangingPunct="1">
                <a:lnSpc>
                  <a:spcPct val="100000"/>
                </a:lnSpc>
                <a:spcBef>
                  <a:spcPct val="0"/>
                </a:spcBef>
                <a:buNone/>
                <a:defRPr sz="14935" b="1" kern="1200">
                  <a:solidFill>
                    <a:schemeClr val="tx1"/>
                  </a:solidFill>
                  <a:latin typeface="+mj-lt"/>
                  <a:ea typeface="+mj-ea"/>
                  <a:cs typeface="+mj-cs"/>
                </a:defRPr>
              </a:lvl1pPr>
            </a:lstStyle>
            <a:p>
              <a:pPr algn="ctr">
                <a:lnSpc>
                  <a:spcPct val="90000"/>
                </a:lnSpc>
                <a:spcBef>
                  <a:spcPts val="0"/>
                </a:spcBef>
                <a:spcAft>
                  <a:spcPts val="3600"/>
                </a:spcAft>
              </a:pPr>
              <a:endParaRPr lang="en-US" sz="8800" cap="small">
                <a:solidFill>
                  <a:schemeClr val="bg2"/>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12375" y="4759"/>
              <a:ext cx="33608" cy="1016"/>
            </a:xfrm>
            <a:prstGeom prst="rect">
              <a:avLst/>
            </a:prstGeom>
            <a:grpFill/>
            <a:ln>
              <a:noFill/>
            </a:ln>
          </p:spPr>
          <p:txBody>
            <a:bodyPr wrap="square">
              <a:spAutoFit/>
            </a:bodyPr>
            <a:lstStyle/>
            <a:p>
              <a:pPr algn="ctr"/>
              <a:r>
                <a:rPr lang="en-US" sz="3600" i="1" dirty="0">
                  <a:solidFill>
                    <a:schemeClr val="bg1"/>
                  </a:solidFill>
                  <a:latin typeface="Times New Roman" panose="02020603050405020304" pitchFamily="18" charset="0"/>
                  <a:cs typeface="Times New Roman" panose="02020603050405020304" pitchFamily="18" charset="0"/>
                </a:rPr>
                <a:t>Chandana T</a:t>
              </a:r>
              <a:endParaRPr lang="en-US" sz="3600" i="1" dirty="0">
                <a:solidFill>
                  <a:srgbClr val="FFFF00"/>
                </a:solidFill>
                <a:latin typeface="Times New Roman" panose="02020603050405020304" pitchFamily="18" charset="0"/>
                <a:cs typeface="Times New Roman" panose="02020603050405020304" pitchFamily="18" charset="0"/>
              </a:endParaRPr>
            </a:p>
          </p:txBody>
        </p:sp>
        <p:sp>
          <p:nvSpPr>
            <p:cNvPr id="40" name="TextBox 39"/>
            <p:cNvSpPr txBox="1"/>
            <p:nvPr/>
          </p:nvSpPr>
          <p:spPr>
            <a:xfrm>
              <a:off x="8151" y="530"/>
              <a:ext cx="42056" cy="3199"/>
            </a:xfrm>
            <a:prstGeom prst="rect">
              <a:avLst/>
            </a:prstGeom>
            <a:grpFill/>
            <a:ln>
              <a:noFill/>
            </a:ln>
          </p:spPr>
          <p:txBody>
            <a:bodyPr wrap="square" lIns="0" tIns="0" rIns="0" bIns="0" rtlCol="0">
              <a:spAutoFit/>
            </a:bodyPr>
            <a:lstStyle/>
            <a:p>
              <a:pPr algn="ctr"/>
              <a:r>
                <a:rPr lang="en-US" altLang="en-US" sz="6600" spc="0" baseline="0" dirty="0">
                  <a:solidFill>
                    <a:schemeClr val="bg1"/>
                  </a:solidFill>
                  <a:latin typeface="Times New Roman" panose="02020603050405020304" pitchFamily="18" charset="0"/>
                  <a:cs typeface="Times New Roman" panose="02020603050405020304" pitchFamily="18" charset="0"/>
                </a:rPr>
                <a:t>Community Detection in Twitter Ego-Networks: A Large-Scale Comparative Study</a:t>
              </a:r>
              <a:endParaRPr lang="en-US" sz="3600" spc="0" baseline="0" dirty="0">
                <a:solidFill>
                  <a:srgbClr val="FFFF00"/>
                </a:solidFill>
                <a:latin typeface="Times New Roman" panose="02020603050405020304" pitchFamily="18" charset="0"/>
                <a:cs typeface="Times New Roman" panose="02020603050405020304" pitchFamily="18" charset="0"/>
              </a:endParaRPr>
            </a:p>
          </p:txBody>
        </p:sp>
        <p:pic>
          <p:nvPicPr>
            <p:cNvPr id="3" name="Picture 2"/>
            <p:cNvPicPr/>
            <p:nvPr/>
          </p:nvPicPr>
          <p:blipFill>
            <a:blip r:embed="rId3">
              <a:alphaModFix amt="80000"/>
            </a:blip>
            <a:stretch>
              <a:fillRect/>
            </a:stretch>
          </p:blipFill>
          <p:spPr>
            <a:xfrm>
              <a:off x="432" y="23"/>
              <a:ext cx="6611" cy="6633"/>
            </a:xfrm>
            <a:prstGeom prst="rect">
              <a:avLst/>
            </a:prstGeom>
            <a:grpFill/>
          </p:spPr>
        </p:pic>
      </p:grpSp>
      <p:grpSp>
        <p:nvGrpSpPr>
          <p:cNvPr id="13" name="Group 12"/>
          <p:cNvGrpSpPr/>
          <p:nvPr/>
        </p:nvGrpSpPr>
        <p:grpSpPr>
          <a:xfrm>
            <a:off x="195263" y="3354603"/>
            <a:ext cx="9570262" cy="25212687"/>
            <a:chOff x="603" y="6885"/>
            <a:chExt cx="15887" cy="15496"/>
          </a:xfrm>
        </p:grpSpPr>
        <p:sp>
          <p:nvSpPr>
            <p:cNvPr id="8" name="Rectangle 3"/>
            <p:cNvSpPr/>
            <p:nvPr/>
          </p:nvSpPr>
          <p:spPr>
            <a:xfrm>
              <a:off x="603" y="6885"/>
              <a:ext cx="15833" cy="891"/>
            </a:xfrm>
            <a:prstGeom prst="rect">
              <a:avLst/>
            </a:prstGeom>
            <a:solidFill>
              <a:schemeClr val="accent1">
                <a:lumMod val="75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en-US" sz="2800" b="1" dirty="0">
                  <a:latin typeface="Times New Roman" panose="02020603050405020304" pitchFamily="18" charset="0"/>
                  <a:cs typeface="Times New Roman" panose="02020603050405020304" pitchFamily="18" charset="0"/>
                </a:rPr>
                <a:t>Introduction &amp; Motivation</a:t>
              </a:r>
            </a:p>
          </p:txBody>
        </p:sp>
        <p:sp>
          <p:nvSpPr>
            <p:cNvPr id="10" name="TextBox 7"/>
            <p:cNvSpPr txBox="1"/>
            <p:nvPr/>
          </p:nvSpPr>
          <p:spPr>
            <a:xfrm>
              <a:off x="656" y="7937"/>
              <a:ext cx="15834" cy="14444"/>
            </a:xfrm>
            <a:prstGeom prst="rect">
              <a:avLst/>
            </a:prstGeom>
            <a:solidFill>
              <a:schemeClr val="bg1"/>
            </a:solidFill>
            <a:ln>
              <a:solidFill>
                <a:schemeClr val="tx1"/>
              </a:solidFill>
              <a:prstDash val="sysDot"/>
            </a:ln>
          </p:spPr>
          <p:txBody>
            <a:bodyPr wrap="square" anchor="ctr">
              <a:noAutofit/>
            </a:bodyPr>
            <a:lstStyle/>
            <a:p>
              <a:pPr algn="just">
                <a:lnSpc>
                  <a:spcPct val="150000"/>
                </a:lnSpc>
              </a:pPr>
              <a:r>
                <a:rPr lang="en-US" sz="400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Community detection in social networks is fundamental to understanding information diffusion, influence propagation, and social dynamics. While traditional graph-based methods like Louvain and Label Propagation have dominated this space, recent advances in deep learning suggest that attention mechanisms and multi-view learning could capture more nuanced community structures. However, most prior work evaluates these methods on small synthetic datasets or limited real-world networks, leaving a critical question unanswered:</a:t>
              </a:r>
              <a:r>
                <a:rPr lang="en-US" sz="3600" b="1" dirty="0">
                  <a:latin typeface="Times New Roman" panose="02020603050405020304" pitchFamily="18" charset="0"/>
                  <a:cs typeface="Times New Roman" panose="02020603050405020304" pitchFamily="18" charset="0"/>
                </a:rPr>
                <a:t> </a:t>
              </a:r>
              <a:r>
                <a:rPr lang="en-US" sz="3600" i="1" dirty="0">
                  <a:latin typeface="Times New Roman" panose="02020603050405020304" pitchFamily="18" charset="0"/>
                  <a:cs typeface="Times New Roman" panose="02020603050405020304" pitchFamily="18" charset="0"/>
                </a:rPr>
                <a:t>Do deep learning-inspired methods actually improve community detection on large-scale real social networks?</a:t>
              </a:r>
            </a:p>
            <a:p>
              <a:pPr algn="just">
                <a:lnSpc>
                  <a:spcPct val="150000"/>
                </a:lnSpc>
              </a:pPr>
              <a:r>
                <a:rPr lang="en-US" sz="3600" dirty="0">
                  <a:latin typeface="Times New Roman" panose="02020603050405020304" pitchFamily="18" charset="0"/>
                  <a:cs typeface="Times New Roman" panose="02020603050405020304" pitchFamily="18" charset="0"/>
                </a:rPr>
                <a:t>	This project addresses this gap through a comprehensive evaluation of six community detection methods—three traditional and three deep learning-inspired approaches—on 861 Twitter ego-networks from the SNAP dataset. The central hypothesis is that methods leveraging node attributes through attention mechanisms and multi-view learning will outperform structure-only baselines, particularly in heterogeneous networks with rich feature information. This research is motivated by the practical need to understand when sophisticated deep learning approaches justify their computational overhead versus well-established traditional methods.</a:t>
              </a:r>
            </a:p>
          </p:txBody>
        </p:sp>
      </p:grpSp>
      <p:grpSp>
        <p:nvGrpSpPr>
          <p:cNvPr id="15" name="Group 14"/>
          <p:cNvGrpSpPr/>
          <p:nvPr/>
        </p:nvGrpSpPr>
        <p:grpSpPr>
          <a:xfrm>
            <a:off x="232731" y="28627754"/>
            <a:ext cx="9569129" cy="13746939"/>
            <a:chOff x="478" y="23174"/>
            <a:chExt cx="16647" cy="10586"/>
          </a:xfrm>
        </p:grpSpPr>
        <p:sp>
          <p:nvSpPr>
            <p:cNvPr id="43" name="TextBox 42"/>
            <p:cNvSpPr txBox="1"/>
            <p:nvPr/>
          </p:nvSpPr>
          <p:spPr>
            <a:xfrm>
              <a:off x="532" y="24436"/>
              <a:ext cx="16593" cy="9324"/>
            </a:xfrm>
            <a:prstGeom prst="rect">
              <a:avLst/>
            </a:prstGeom>
            <a:solidFill>
              <a:schemeClr val="bg1"/>
            </a:solidFill>
            <a:ln>
              <a:solidFill>
                <a:schemeClr val="tx1"/>
              </a:solidFill>
              <a:prstDash val="sysDot"/>
            </a:ln>
          </p:spPr>
          <p:txBody>
            <a:bodyPr wrap="square">
              <a:noAutofit/>
            </a:bodyPr>
            <a:lstStyle/>
            <a:p>
              <a:pPr algn="just">
                <a:lnSpc>
                  <a:spcPct val="150000"/>
                </a:lnSpc>
              </a:pPr>
              <a:r>
                <a:rPr lang="en-US" sz="3500" dirty="0">
                  <a:latin typeface="Times New Roman" panose="02020603050405020304" pitchFamily="18" charset="0"/>
                  <a:cs typeface="Times New Roman" panose="02020603050405020304" pitchFamily="18" charset="0"/>
                </a:rPr>
                <a:t>The primary objectives of this study were:</a:t>
              </a:r>
            </a:p>
            <a:p>
              <a:pPr marL="457200" indent="-457200" algn="just">
                <a:lnSpc>
                  <a:spcPct val="150000"/>
                </a:lnSpc>
                <a:buFont typeface="Arial" panose="020B0604020202020204" pitchFamily="34" charset="0"/>
                <a:buChar char="•"/>
              </a:pPr>
              <a:r>
                <a:rPr lang="en-US" sz="3500" b="1" dirty="0">
                  <a:latin typeface="Times New Roman" panose="02020603050405020304" pitchFamily="18" charset="0"/>
                  <a:cs typeface="Times New Roman" panose="02020603050405020304" pitchFamily="18" charset="0"/>
                </a:rPr>
                <a:t>Benchmark deep learning methods at scale</a:t>
              </a:r>
              <a:r>
                <a:rPr lang="en-US" sz="3500" dirty="0">
                  <a:latin typeface="Times New Roman" panose="02020603050405020304" pitchFamily="18" charset="0"/>
                  <a:cs typeface="Times New Roman" panose="02020603050405020304" pitchFamily="18" charset="0"/>
                </a:rPr>
                <a:t>: Conduct the first large-scale evaluation of deep learning-inspired community detection methods on 861 real Twitter networks</a:t>
              </a:r>
            </a:p>
            <a:p>
              <a:pPr marL="457200" indent="-457200" algn="just">
                <a:lnSpc>
                  <a:spcPct val="150000"/>
                </a:lnSpc>
                <a:buFont typeface="Arial" panose="020B0604020202020204" pitchFamily="34" charset="0"/>
                <a:buChar char="•"/>
              </a:pPr>
              <a:r>
                <a:rPr lang="en-US" sz="3500" b="1" dirty="0">
                  <a:latin typeface="Times New Roman" panose="02020603050405020304" pitchFamily="18" charset="0"/>
                  <a:cs typeface="Times New Roman" panose="02020603050405020304" pitchFamily="18" charset="0"/>
                </a:rPr>
                <a:t>Test the attribute-integration hypothesis</a:t>
              </a:r>
              <a:r>
                <a:rPr lang="en-US" sz="3500" dirty="0">
                  <a:latin typeface="Times New Roman" panose="02020603050405020304" pitchFamily="18" charset="0"/>
                  <a:cs typeface="Times New Roman" panose="02020603050405020304" pitchFamily="18" charset="0"/>
                </a:rPr>
                <a:t>: Determine whether methods leveraging node attributes through attention mechanisms and multi-view learning outperform structure-only baselines on networks with rich feature information</a:t>
              </a:r>
            </a:p>
            <a:p>
              <a:pPr marL="457200" indent="-457200" algn="just">
                <a:lnSpc>
                  <a:spcPct val="150000"/>
                </a:lnSpc>
                <a:buFont typeface="Arial" panose="020B0604020202020204" pitchFamily="34" charset="0"/>
                <a:buChar char="•"/>
              </a:pPr>
              <a:r>
                <a:rPr lang="en-US" sz="3500" b="1" dirty="0">
                  <a:latin typeface="Times New Roman" panose="02020603050405020304" pitchFamily="18" charset="0"/>
                  <a:cs typeface="Times New Roman" panose="02020603050405020304" pitchFamily="18" charset="0"/>
                </a:rPr>
                <a:t>Identify performance regimes</a:t>
              </a:r>
              <a:r>
                <a:rPr lang="en-US" sz="3500" dirty="0">
                  <a:latin typeface="Times New Roman" panose="02020603050405020304" pitchFamily="18" charset="0"/>
                  <a:cs typeface="Times New Roman" panose="02020603050405020304" pitchFamily="18" charset="0"/>
                </a:rPr>
                <a:t>: Quantify specific network characteristics (density, homophily, size) where deep learning methods justify their computational overhead</a:t>
              </a:r>
            </a:p>
            <a:p>
              <a:pPr algn="just">
                <a:lnSpc>
                  <a:spcPct val="150000"/>
                </a:lnSpc>
              </a:pPr>
              <a:endParaRPr lang="en-US" sz="2800" dirty="0">
                <a:latin typeface="Times New Roman" panose="02020603050405020304" pitchFamily="18" charset="0"/>
                <a:ea typeface="SimSun" pitchFamily="2" charset="-122"/>
                <a:cs typeface="Times New Roman" panose="02020603050405020304" pitchFamily="18" charset="0"/>
              </a:endParaRPr>
            </a:p>
          </p:txBody>
        </p:sp>
        <p:sp>
          <p:nvSpPr>
            <p:cNvPr id="16" name="Rectangle 34"/>
            <p:cNvSpPr/>
            <p:nvPr/>
          </p:nvSpPr>
          <p:spPr>
            <a:xfrm>
              <a:off x="478" y="23174"/>
              <a:ext cx="16575" cy="1215"/>
            </a:xfrm>
            <a:prstGeom prst="rect">
              <a:avLst/>
            </a:prstGeom>
            <a:solidFill>
              <a:schemeClr val="accent1">
                <a:lumMod val="75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Objectives</a:t>
              </a:r>
            </a:p>
          </p:txBody>
        </p:sp>
      </p:grpSp>
      <p:sp>
        <p:nvSpPr>
          <p:cNvPr id="22" name="Rectangle 21"/>
          <p:cNvSpPr/>
          <p:nvPr/>
        </p:nvSpPr>
        <p:spPr>
          <a:xfrm>
            <a:off x="9954260" y="3354603"/>
            <a:ext cx="9927590" cy="1449440"/>
          </a:xfrm>
          <a:prstGeom prst="rect">
            <a:avLst/>
          </a:prstGeom>
          <a:solidFill>
            <a:schemeClr val="accent1">
              <a:lumMod val="75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b="1">
                <a:latin typeface="Times New Roman" panose="02020603050405020304" pitchFamily="18" charset="0"/>
                <a:cs typeface="Times New Roman" panose="02020603050405020304" pitchFamily="18" charset="0"/>
              </a:rPr>
              <a:t>Methodology</a:t>
            </a:r>
          </a:p>
        </p:txBody>
      </p:sp>
      <p:sp>
        <p:nvSpPr>
          <p:cNvPr id="24" name="TextBox 23"/>
          <p:cNvSpPr txBox="1"/>
          <p:nvPr/>
        </p:nvSpPr>
        <p:spPr>
          <a:xfrm>
            <a:off x="9977439" y="4997662"/>
            <a:ext cx="10001248" cy="17314067"/>
          </a:xfrm>
          <a:prstGeom prst="rect">
            <a:avLst/>
          </a:prstGeom>
          <a:solidFill>
            <a:schemeClr val="bg1"/>
          </a:solidFill>
          <a:ln>
            <a:solidFill>
              <a:schemeClr val="tx1"/>
            </a:solidFill>
            <a:prstDash val="sysDot"/>
          </a:ln>
        </p:spPr>
        <p:txBody>
          <a:bodyPr wrap="square">
            <a:noAutofit/>
          </a:bodyPr>
          <a:lstStyle/>
          <a:p>
            <a:pPr algn="ctr">
              <a:lnSpc>
                <a:spcPct val="150000"/>
              </a:lnSpc>
            </a:pPr>
            <a:r>
              <a:rPr lang="en-IN" sz="3600" b="1" dirty="0">
                <a:latin typeface="Times New Roman" panose="02020603050405020304" pitchFamily="18" charset="0"/>
                <a:cs typeface="Times New Roman" panose="02020603050405020304" pitchFamily="18" charset="0"/>
              </a:rPr>
              <a:t>Traditional Baselines:</a:t>
            </a:r>
            <a:endParaRPr lang="en-IN" sz="3600" dirty="0">
              <a:latin typeface="Times New Roman" panose="02020603050405020304" pitchFamily="18" charset="0"/>
              <a:cs typeface="Times New Roman" panose="02020603050405020304" pitchFamily="18" charset="0"/>
            </a:endParaRPr>
          </a:p>
          <a:p>
            <a:pPr marL="742950" indent="-742950" algn="just">
              <a:lnSpc>
                <a:spcPct val="150000"/>
              </a:lnSpc>
              <a:buFont typeface="+mj-lt"/>
              <a:buAutoNum type="arabicPeriod"/>
            </a:pPr>
            <a:r>
              <a:rPr lang="en-IN" sz="3600" b="1" dirty="0">
                <a:latin typeface="Times New Roman" panose="02020603050405020304" pitchFamily="18" charset="0"/>
                <a:cs typeface="Times New Roman" panose="02020603050405020304" pitchFamily="18" charset="0"/>
              </a:rPr>
              <a:t>Louvain</a:t>
            </a:r>
            <a:r>
              <a:rPr lang="en-IN" sz="3600" dirty="0">
                <a:latin typeface="Times New Roman" panose="02020603050405020304" pitchFamily="18" charset="0"/>
                <a:cs typeface="Times New Roman" panose="02020603050405020304" pitchFamily="18" charset="0"/>
              </a:rPr>
              <a:t>: Greedy modularity optimization with hierarchical aggregation</a:t>
            </a:r>
          </a:p>
          <a:p>
            <a:pPr marL="742950" indent="-742950" algn="just">
              <a:lnSpc>
                <a:spcPct val="150000"/>
              </a:lnSpc>
              <a:buFont typeface="+mj-lt"/>
              <a:buAutoNum type="arabicPeriod"/>
            </a:pPr>
            <a:r>
              <a:rPr lang="en-IN" sz="3600" b="1" dirty="0">
                <a:latin typeface="Times New Roman" panose="02020603050405020304" pitchFamily="18" charset="0"/>
                <a:cs typeface="Times New Roman" panose="02020603050405020304" pitchFamily="18" charset="0"/>
              </a:rPr>
              <a:t>Label Propagation</a:t>
            </a:r>
            <a:r>
              <a:rPr lang="en-IN" sz="3600" dirty="0">
                <a:latin typeface="Times New Roman" panose="02020603050405020304" pitchFamily="18" charset="0"/>
                <a:cs typeface="Times New Roman" panose="02020603050405020304" pitchFamily="18" charset="0"/>
              </a:rPr>
              <a:t>: Iterative label diffusion with linear complexity</a:t>
            </a:r>
          </a:p>
          <a:p>
            <a:pPr marL="742950" indent="-742950" algn="just">
              <a:lnSpc>
                <a:spcPct val="150000"/>
              </a:lnSpc>
              <a:buFont typeface="+mj-lt"/>
              <a:buAutoNum type="arabicPeriod"/>
            </a:pPr>
            <a:r>
              <a:rPr lang="en-IN" sz="3600" b="1" dirty="0">
                <a:latin typeface="Times New Roman" panose="02020603050405020304" pitchFamily="18" charset="0"/>
                <a:cs typeface="Times New Roman" panose="02020603050405020304" pitchFamily="18" charset="0"/>
              </a:rPr>
              <a:t>Girvan-Newman</a:t>
            </a:r>
            <a:r>
              <a:rPr lang="en-IN" sz="3600" dirty="0">
                <a:latin typeface="Times New Roman" panose="02020603050405020304" pitchFamily="18" charset="0"/>
                <a:cs typeface="Times New Roman" panose="02020603050405020304" pitchFamily="18" charset="0"/>
              </a:rPr>
              <a:t>: Edge betweenness-based hierarchical clustering</a:t>
            </a:r>
          </a:p>
          <a:p>
            <a:pPr algn="ctr">
              <a:lnSpc>
                <a:spcPct val="150000"/>
              </a:lnSpc>
            </a:pPr>
            <a:r>
              <a:rPr lang="en-IN" sz="3600" b="1" dirty="0">
                <a:latin typeface="Times New Roman" panose="02020603050405020304" pitchFamily="18" charset="0"/>
                <a:cs typeface="Times New Roman" panose="02020603050405020304" pitchFamily="18" charset="0"/>
              </a:rPr>
              <a:t>Deep Learning-Inspired Methods:</a:t>
            </a:r>
            <a:endParaRPr lang="en-IN" sz="3600" dirty="0">
              <a:latin typeface="Times New Roman" panose="02020603050405020304" pitchFamily="18" charset="0"/>
              <a:cs typeface="Times New Roman" panose="02020603050405020304" pitchFamily="18" charset="0"/>
            </a:endParaRPr>
          </a:p>
          <a:p>
            <a:pPr marL="742950" indent="-742950" algn="just">
              <a:lnSpc>
                <a:spcPct val="150000"/>
              </a:lnSpc>
              <a:buFont typeface="+mj-lt"/>
              <a:buAutoNum type="arabicPeriod"/>
            </a:pPr>
            <a:r>
              <a:rPr lang="en-IN" sz="3600" b="1" dirty="0">
                <a:latin typeface="Times New Roman" panose="02020603050405020304" pitchFamily="18" charset="0"/>
                <a:cs typeface="Times New Roman" panose="02020603050405020304" pitchFamily="18" charset="0"/>
              </a:rPr>
              <a:t>Graph Attention</a:t>
            </a:r>
            <a:r>
              <a:rPr lang="en-IN" sz="3600" dirty="0">
                <a:latin typeface="Times New Roman" panose="02020603050405020304" pitchFamily="18" charset="0"/>
                <a:cs typeface="Times New Roman" panose="02020603050405020304" pitchFamily="18" charset="0"/>
              </a:rPr>
              <a:t>: Multi-head attention (4 heads) computing feature-based edge importance, averaged across heads and combined with structure via weighted similarity matrix</a:t>
            </a:r>
          </a:p>
          <a:p>
            <a:pPr marL="742950" indent="-742950" algn="just">
              <a:lnSpc>
                <a:spcPct val="150000"/>
              </a:lnSpc>
              <a:buFont typeface="+mj-lt"/>
              <a:buAutoNum type="arabicPeriod"/>
            </a:pPr>
            <a:r>
              <a:rPr lang="en-IN" sz="3600" b="1" dirty="0">
                <a:latin typeface="Times New Roman" panose="02020603050405020304" pitchFamily="18" charset="0"/>
                <a:cs typeface="Times New Roman" panose="02020603050405020304" pitchFamily="18" charset="0"/>
              </a:rPr>
              <a:t>Multi-View Spectral</a:t>
            </a:r>
            <a:r>
              <a:rPr lang="en-IN" sz="3600" dirty="0">
                <a:latin typeface="Times New Roman" panose="02020603050405020304" pitchFamily="18" charset="0"/>
                <a:cs typeface="Times New Roman" panose="02020603050405020304" pitchFamily="18" charset="0"/>
              </a:rPr>
              <a:t>: Fuses structural and attribute views with adaptive weighting: </a:t>
            </a:r>
            <a:r>
              <a:rPr lang="el-GR" sz="3600" dirty="0">
                <a:latin typeface="Times New Roman" panose="02020603050405020304" pitchFamily="18" charset="0"/>
                <a:cs typeface="Times New Roman" panose="02020603050405020304" pitchFamily="18" charset="0"/>
              </a:rPr>
              <a:t>α = 1 − </a:t>
            </a:r>
            <a:r>
              <a:rPr lang="en-IN" sz="3600" dirty="0">
                <a:latin typeface="Times New Roman" panose="02020603050405020304" pitchFamily="18" charset="0"/>
                <a:cs typeface="Times New Roman" panose="02020603050405020304" pitchFamily="18" charset="0"/>
              </a:rPr>
              <a:t>homophily, where homophily measures attribute similarity along edges</a:t>
            </a:r>
          </a:p>
          <a:p>
            <a:pPr marL="742950" indent="-742950" algn="just">
              <a:lnSpc>
                <a:spcPct val="150000"/>
              </a:lnSpc>
              <a:buFont typeface="+mj-lt"/>
              <a:buAutoNum type="arabicPeriod"/>
            </a:pPr>
            <a:r>
              <a:rPr lang="en-IN" sz="3600" b="1" dirty="0">
                <a:latin typeface="Times New Roman" panose="02020603050405020304" pitchFamily="18" charset="0"/>
                <a:cs typeface="Times New Roman" panose="02020603050405020304" pitchFamily="18" charset="0"/>
              </a:rPr>
              <a:t>Consensus Clustering</a:t>
            </a:r>
            <a:r>
              <a:rPr lang="en-IN" sz="3600" dirty="0">
                <a:latin typeface="Times New Roman" panose="02020603050405020304" pitchFamily="18" charset="0"/>
                <a:cs typeface="Times New Roman" panose="02020603050405020304" pitchFamily="18" charset="0"/>
              </a:rPr>
              <a:t>: Ensemble approach running base clustering 20 times with data augmentation (10% edge dropping, 20% feature masking), building a co-occurrence matrix for final clustering</a:t>
            </a:r>
          </a:p>
          <a:p>
            <a:pPr algn="just">
              <a:lnSpc>
                <a:spcPct val="150000"/>
              </a:lnSpc>
            </a:pPr>
            <a:endParaRPr lang="en-US" sz="3600" dirty="0">
              <a:latin typeface="Times New Roman" panose="02020603050405020304" pitchFamily="18" charset="0"/>
              <a:ea typeface="SimSun" pitchFamily="2" charset="-122"/>
              <a:cs typeface="Times New Roman" panose="02020603050405020304" pitchFamily="18" charset="0"/>
            </a:endParaRPr>
          </a:p>
        </p:txBody>
      </p:sp>
      <p:sp>
        <p:nvSpPr>
          <p:cNvPr id="19" name="Rectangle 21"/>
          <p:cNvSpPr/>
          <p:nvPr/>
        </p:nvSpPr>
        <p:spPr>
          <a:xfrm>
            <a:off x="20271440" y="3354603"/>
            <a:ext cx="9838690" cy="1475105"/>
          </a:xfrm>
          <a:prstGeom prst="rect">
            <a:avLst/>
          </a:prstGeom>
          <a:solidFill>
            <a:schemeClr val="accent1">
              <a:lumMod val="75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b="1">
                <a:latin typeface="Times New Roman" panose="02020603050405020304" pitchFamily="18" charset="0"/>
                <a:cs typeface="Times New Roman" panose="02020603050405020304" pitchFamily="18" charset="0"/>
              </a:rPr>
              <a:t>Results </a:t>
            </a:r>
          </a:p>
        </p:txBody>
      </p:sp>
      <p:sp>
        <p:nvSpPr>
          <p:cNvPr id="30" name="TextBox 29"/>
          <p:cNvSpPr txBox="1"/>
          <p:nvPr/>
        </p:nvSpPr>
        <p:spPr>
          <a:xfrm>
            <a:off x="9954260" y="28316555"/>
            <a:ext cx="9927590" cy="13984605"/>
          </a:xfrm>
          <a:prstGeom prst="rect">
            <a:avLst/>
          </a:prstGeom>
          <a:solidFill>
            <a:schemeClr val="bg1"/>
          </a:solidFill>
        </p:spPr>
        <p:txBody>
          <a:bodyPr wrap="square">
            <a:noAutofit/>
          </a:bodyPr>
          <a:lstStyle/>
          <a:p>
            <a:pPr algn="just"/>
            <a:endParaRPr lang="en-US" sz="2800">
              <a:latin typeface="Times New Roman" panose="02020603050405020304" pitchFamily="18" charset="0"/>
              <a:ea typeface="SimSun" pitchFamily="2" charset="-122"/>
              <a:cs typeface="Times New Roman" panose="02020603050405020304" pitchFamily="18" charset="0"/>
            </a:endParaRPr>
          </a:p>
        </p:txBody>
      </p:sp>
      <p:sp>
        <p:nvSpPr>
          <p:cNvPr id="31" name="Rectangle 30"/>
          <p:cNvSpPr/>
          <p:nvPr/>
        </p:nvSpPr>
        <p:spPr>
          <a:xfrm>
            <a:off x="9983787" y="22575344"/>
            <a:ext cx="9994900" cy="1111885"/>
          </a:xfrm>
          <a:prstGeom prst="rect">
            <a:avLst/>
          </a:prstGeom>
          <a:solidFill>
            <a:schemeClr val="accent1">
              <a:lumMod val="75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b="1">
                <a:latin typeface="Times New Roman" panose="02020603050405020304" pitchFamily="18" charset="0"/>
                <a:cs typeface="Times New Roman" panose="02020603050405020304" pitchFamily="18" charset="0"/>
              </a:rPr>
              <a:t>Experimental Setup</a:t>
            </a:r>
          </a:p>
        </p:txBody>
      </p:sp>
      <p:sp>
        <p:nvSpPr>
          <p:cNvPr id="33" name="TextBox 32"/>
          <p:cNvSpPr txBox="1"/>
          <p:nvPr/>
        </p:nvSpPr>
        <p:spPr>
          <a:xfrm>
            <a:off x="20220940" y="23235138"/>
            <a:ext cx="9859010" cy="14078695"/>
          </a:xfrm>
          <a:prstGeom prst="rect">
            <a:avLst/>
          </a:prstGeom>
          <a:solidFill>
            <a:schemeClr val="bg1"/>
          </a:solidFill>
          <a:ln>
            <a:solidFill>
              <a:schemeClr val="accent1"/>
            </a:solidFill>
            <a:prstDash val="sysDot"/>
          </a:ln>
        </p:spPr>
        <p:txBody>
          <a:bodyPr wrap="square">
            <a:noAutofit/>
          </a:bodyPr>
          <a:lstStyle>
            <a:defPPr>
              <a:defRPr lang="en-US"/>
            </a:defPPr>
            <a:lvl1pPr algn="just">
              <a:defRPr sz="3200">
                <a:latin typeface="Times New Roman" panose="02020503050405090304" pitchFamily="18" charset="0"/>
                <a:ea typeface="SimSun" pitchFamily="2" charset="-122"/>
              </a:defRPr>
            </a:lvl1pPr>
          </a:lstStyle>
          <a:p>
            <a:pPr>
              <a:lnSpc>
                <a:spcPct val="150000"/>
              </a:lnSpc>
              <a:buFont typeface="+mj-lt"/>
              <a:buAutoNum type="arabicPeriod"/>
            </a:pPr>
            <a:r>
              <a:rPr lang="en-US" sz="3400" b="1" dirty="0">
                <a:latin typeface="Times New Roman" panose="02020603050405020304" pitchFamily="18" charset="0"/>
                <a:cs typeface="Times New Roman" panose="02020603050405020304" pitchFamily="18" charset="0"/>
              </a:rPr>
              <a:t>Traditional methods remain dominant</a:t>
            </a:r>
            <a:r>
              <a:rPr lang="en-US" sz="3400" dirty="0">
                <a:latin typeface="Times New Roman" panose="02020603050405020304" pitchFamily="18" charset="0"/>
                <a:cs typeface="Times New Roman" panose="02020603050405020304" pitchFamily="18" charset="0"/>
              </a:rPr>
              <a:t>: On sparse social networks, Louvain outperforms deep learning-inspired methods in both efficiency (30× faster) and modularity optimization, winning on 65% of networks.</a:t>
            </a:r>
          </a:p>
          <a:p>
            <a:pPr>
              <a:lnSpc>
                <a:spcPct val="150000"/>
              </a:lnSpc>
              <a:buFont typeface="+mj-lt"/>
              <a:buAutoNum type="arabicPeriod"/>
            </a:pPr>
            <a:r>
              <a:rPr lang="en-US" sz="3400" b="1" dirty="0">
                <a:latin typeface="Times New Roman" panose="02020603050405020304" pitchFamily="18" charset="0"/>
                <a:cs typeface="Times New Roman" panose="02020603050405020304" pitchFamily="18" charset="0"/>
              </a:rPr>
              <a:t>Deep learning adds value conditionally</a:t>
            </a:r>
            <a:r>
              <a:rPr lang="en-US" sz="3400" dirty="0">
                <a:latin typeface="Times New Roman" panose="02020603050405020304" pitchFamily="18" charset="0"/>
                <a:cs typeface="Times New Roman" panose="02020603050405020304" pitchFamily="18" charset="0"/>
              </a:rPr>
              <a:t>: Deep learning methods excel in specific regimes—dense networks (&gt;0.05 density), high attribute homophily (&gt;0.6), and applications prioritizing stability over modularity.</a:t>
            </a:r>
          </a:p>
          <a:p>
            <a:pPr algn="ctr">
              <a:lnSpc>
                <a:spcPct val="150000"/>
              </a:lnSpc>
            </a:pPr>
            <a:r>
              <a:rPr lang="en-US" sz="3400" b="1" dirty="0">
                <a:latin typeface="Times New Roman" panose="02020603050405020304" pitchFamily="18" charset="0"/>
                <a:cs typeface="Times New Roman" panose="02020603050405020304" pitchFamily="18" charset="0"/>
              </a:rPr>
              <a:t>Future Work</a:t>
            </a:r>
          </a:p>
          <a:p>
            <a:pPr>
              <a:lnSpc>
                <a:spcPct val="150000"/>
              </a:lnSpc>
              <a:buFont typeface="+mj-lt"/>
              <a:buAutoNum type="arabicPeriod"/>
            </a:pPr>
            <a:r>
              <a:rPr lang="en-US" sz="3400" b="1" dirty="0">
                <a:latin typeface="Times New Roman" panose="02020603050405020304" pitchFamily="18" charset="0"/>
                <a:cs typeface="Times New Roman" panose="02020603050405020304" pitchFamily="18" charset="0"/>
              </a:rPr>
              <a:t>Adaptive hyperparameter optimization</a:t>
            </a:r>
            <a:r>
              <a:rPr lang="en-US" sz="3400" dirty="0">
                <a:latin typeface="Times New Roman" panose="02020603050405020304" pitchFamily="18" charset="0"/>
                <a:cs typeface="Times New Roman" panose="02020603050405020304" pitchFamily="18" charset="0"/>
              </a:rPr>
              <a:t>: Explore meta-learning approaches to automatically tune hyperparameters based on network characteristics, potentially closing the performance gap</a:t>
            </a:r>
          </a:p>
          <a:p>
            <a:pPr>
              <a:lnSpc>
                <a:spcPct val="150000"/>
              </a:lnSpc>
              <a:buFont typeface="+mj-lt"/>
              <a:buAutoNum type="arabicPeriod"/>
            </a:pPr>
            <a:r>
              <a:rPr lang="en-US" sz="3400" b="1" dirty="0">
                <a:latin typeface="Times New Roman" panose="02020603050405020304" pitchFamily="18" charset="0"/>
                <a:cs typeface="Times New Roman" panose="02020603050405020304" pitchFamily="18" charset="0"/>
              </a:rPr>
              <a:t>Trainable graph neural networks</a:t>
            </a:r>
            <a:r>
              <a:rPr lang="en-US" sz="3400" dirty="0">
                <a:latin typeface="Times New Roman" panose="02020603050405020304" pitchFamily="18" charset="0"/>
                <a:cs typeface="Times New Roman" panose="02020603050405020304" pitchFamily="18" charset="0"/>
              </a:rPr>
              <a:t>: Investigate end-to-end learnable architectures with trainable attention mechanisms rather than hand-crafted similarity functions.</a:t>
            </a:r>
          </a:p>
        </p:txBody>
      </p:sp>
      <p:sp>
        <p:nvSpPr>
          <p:cNvPr id="20" name="TextBox 6"/>
          <p:cNvSpPr txBox="1"/>
          <p:nvPr/>
        </p:nvSpPr>
        <p:spPr>
          <a:xfrm>
            <a:off x="20257135" y="38522031"/>
            <a:ext cx="9822815" cy="3892793"/>
          </a:xfrm>
          <a:prstGeom prst="rect">
            <a:avLst/>
          </a:prstGeom>
          <a:solidFill>
            <a:schemeClr val="bg1"/>
          </a:solidFill>
          <a:ln>
            <a:solidFill>
              <a:schemeClr val="tx1"/>
            </a:solidFill>
            <a:prstDash val="sysDot"/>
          </a:ln>
        </p:spPr>
        <p:txBody>
          <a:bodyPr wrap="square">
            <a:noAutofit/>
          </a:bodyPr>
          <a:lstStyle>
            <a:defPPr>
              <a:defRPr lang="en-US"/>
            </a:defPPr>
            <a:lvl1pPr algn="just">
              <a:defRPr sz="3200">
                <a:latin typeface="Times New Roman" panose="02020503050405090304" pitchFamily="18" charset="0"/>
                <a:ea typeface="SimSun" pitchFamily="2" charset="-122"/>
              </a:defRPr>
            </a:lvl1pPr>
          </a:lstStyle>
          <a:p>
            <a:pPr algn="l">
              <a:lnSpc>
                <a:spcPct val="150000"/>
              </a:lnSpc>
            </a:pPr>
            <a:r>
              <a:rPr lang="en-US" sz="2400" dirty="0">
                <a:latin typeface="Times New Roman" panose="02020603050405020304" pitchFamily="18" charset="0"/>
                <a:cs typeface="Times New Roman" panose="02020603050405020304" pitchFamily="18" charset="0"/>
              </a:rPr>
              <a:t>[1] J. McAuley and J. </a:t>
            </a:r>
            <a:r>
              <a:rPr lang="en-US" sz="2400" dirty="0" err="1">
                <a:latin typeface="Times New Roman" panose="02020603050405020304" pitchFamily="18" charset="0"/>
                <a:cs typeface="Times New Roman" panose="02020603050405020304" pitchFamily="18" charset="0"/>
              </a:rPr>
              <a:t>Leskovec</a:t>
            </a:r>
            <a:r>
              <a:rPr lang="en-US" sz="2400" dirty="0">
                <a:latin typeface="Times New Roman" panose="02020603050405020304" pitchFamily="18" charset="0"/>
                <a:cs typeface="Times New Roman" panose="02020603050405020304" pitchFamily="18" charset="0"/>
              </a:rPr>
              <a:t>, “Learning to discover social circles in ego networks,” NIPS, 2012.</a:t>
            </a:r>
          </a:p>
          <a:p>
            <a:pPr algn="l">
              <a:lnSpc>
                <a:spcPct val="150000"/>
              </a:lnSpc>
            </a:pPr>
            <a:r>
              <a:rPr lang="en-US" sz="2400" dirty="0">
                <a:latin typeface="Times New Roman" panose="02020603050405020304" pitchFamily="18" charset="0"/>
                <a:cs typeface="Times New Roman" panose="02020603050405020304" pitchFamily="18" charset="0"/>
              </a:rPr>
              <a:t>[2] V. Blondel et al., “Fast unfolding of communities in large networks,” J. Statistical Mechanics,2008.</a:t>
            </a:r>
          </a:p>
          <a:p>
            <a:pPr algn="l">
              <a:lnSpc>
                <a:spcPct val="150000"/>
              </a:lnSpc>
            </a:pPr>
            <a:r>
              <a:rPr lang="en-US" sz="2400" dirty="0">
                <a:latin typeface="Times New Roman" panose="02020603050405020304" pitchFamily="18" charset="0"/>
                <a:cs typeface="Times New Roman" panose="02020603050405020304" pitchFamily="18" charset="0"/>
              </a:rPr>
              <a:t>[3] M. Girvan and M. E. J. Newman. Community structure in social and biological networks. Proceedings of the National Academy of Sciences (PNAS), 2002.</a:t>
            </a:r>
          </a:p>
        </p:txBody>
      </p:sp>
      <p:sp>
        <p:nvSpPr>
          <p:cNvPr id="35" name="Rectangle 34"/>
          <p:cNvSpPr/>
          <p:nvPr/>
        </p:nvSpPr>
        <p:spPr>
          <a:xfrm>
            <a:off x="20123150" y="37361990"/>
            <a:ext cx="10054590" cy="1111885"/>
          </a:xfrm>
          <a:prstGeom prst="rect">
            <a:avLst/>
          </a:prstGeom>
          <a:solidFill>
            <a:schemeClr val="accent1">
              <a:lumMod val="75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References</a:t>
            </a:r>
          </a:p>
        </p:txBody>
      </p:sp>
      <p:sp>
        <p:nvSpPr>
          <p:cNvPr id="32" name="Rectangle 31"/>
          <p:cNvSpPr/>
          <p:nvPr/>
        </p:nvSpPr>
        <p:spPr>
          <a:xfrm>
            <a:off x="20156170" y="21828271"/>
            <a:ext cx="9859010" cy="1254125"/>
          </a:xfrm>
          <a:prstGeom prst="rect">
            <a:avLst/>
          </a:prstGeom>
          <a:solidFill>
            <a:schemeClr val="accent1">
              <a:lumMod val="75000"/>
            </a:schemeClr>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sym typeface="+mn-ea"/>
              </a:rPr>
              <a:t>Conclusion &amp; Future Work</a:t>
            </a:r>
            <a:endParaRPr lang="en-US" sz="2800" b="1" dirty="0">
              <a:latin typeface="Times New Roman" panose="02020603050405020304" pitchFamily="18" charset="0"/>
              <a:cs typeface="Times New Roman" panose="02020603050405020304" pitchFamily="18" charset="0"/>
            </a:endParaRPr>
          </a:p>
        </p:txBody>
      </p:sp>
      <p:sp>
        <p:nvSpPr>
          <p:cNvPr id="2" name="TextBox 6"/>
          <p:cNvSpPr txBox="1"/>
          <p:nvPr/>
        </p:nvSpPr>
        <p:spPr>
          <a:xfrm>
            <a:off x="10046335" y="23850600"/>
            <a:ext cx="9869805" cy="18536285"/>
          </a:xfrm>
          <a:prstGeom prst="rect">
            <a:avLst/>
          </a:prstGeom>
          <a:solidFill>
            <a:schemeClr val="bg1"/>
          </a:solidFill>
          <a:ln>
            <a:solidFill>
              <a:schemeClr val="tx1"/>
            </a:solidFill>
            <a:prstDash val="sysDot"/>
          </a:ln>
        </p:spPr>
        <p:txBody>
          <a:bodyPr wrap="square">
            <a:noAutofit/>
          </a:bodyPr>
          <a:lstStyle>
            <a:defPPr>
              <a:defRPr lang="en-US"/>
            </a:defPPr>
            <a:lvl1pPr algn="just">
              <a:defRPr sz="3200">
                <a:latin typeface="Times New Roman" panose="02020503050405090304" pitchFamily="18" charset="0"/>
                <a:ea typeface="SimSun" pitchFamily="2" charset="-122"/>
              </a:defRPr>
            </a:lvl1pPr>
          </a:lstStyle>
          <a:p>
            <a:pPr algn="ctr">
              <a:lnSpc>
                <a:spcPct val="150000"/>
              </a:lnSpc>
            </a:pPr>
            <a:r>
              <a:rPr lang="en-US" sz="3600" b="1" dirty="0">
                <a:latin typeface="Times New Roman" panose="02020603050405020304" pitchFamily="18" charset="0"/>
                <a:cs typeface="Times New Roman" panose="02020603050405020304" pitchFamily="18" charset="0"/>
              </a:rPr>
              <a:t>Network Characteristics</a:t>
            </a:r>
          </a:p>
          <a:p>
            <a:pPr marL="571500" indent="-571500">
              <a:lnSpc>
                <a:spcPct val="150000"/>
              </a:lnSpc>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rPr>
              <a:t>Total networks processed</a:t>
            </a:r>
            <a:r>
              <a:rPr lang="en-US" sz="3600" dirty="0">
                <a:latin typeface="Times New Roman" panose="02020603050405020304" pitchFamily="18" charset="0"/>
                <a:cs typeface="Times New Roman" panose="02020603050405020304" pitchFamily="18" charset="0"/>
              </a:rPr>
              <a:t>: 861 out of 973</a:t>
            </a:r>
          </a:p>
          <a:p>
            <a:pPr marL="571500" indent="-571500">
              <a:lnSpc>
                <a:spcPct val="150000"/>
              </a:lnSpc>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rPr>
              <a:t>Network size range</a:t>
            </a:r>
            <a:r>
              <a:rPr lang="en-US" sz="3600" dirty="0">
                <a:latin typeface="Times New Roman" panose="02020603050405020304" pitchFamily="18" charset="0"/>
                <a:cs typeface="Times New Roman" panose="02020603050405020304" pitchFamily="18" charset="0"/>
              </a:rPr>
              <a:t>: 50 to 5,000 nodes</a:t>
            </a:r>
          </a:p>
          <a:p>
            <a:pPr marL="571500" indent="-571500">
              <a:lnSpc>
                <a:spcPct val="150000"/>
              </a:lnSpc>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rPr>
              <a:t>Median network density</a:t>
            </a:r>
            <a:r>
              <a:rPr lang="en-US" sz="3600" dirty="0">
                <a:latin typeface="Times New Roman" panose="02020603050405020304" pitchFamily="18" charset="0"/>
                <a:cs typeface="Times New Roman" panose="02020603050405020304" pitchFamily="18" charset="0"/>
              </a:rPr>
              <a:t>: 0.008 (highly sparse)</a:t>
            </a:r>
          </a:p>
          <a:p>
            <a:pPr marL="571500" indent="-571500">
              <a:lnSpc>
                <a:spcPct val="150000"/>
              </a:lnSpc>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rPr>
              <a:t>Density stratification</a:t>
            </a:r>
            <a:r>
              <a:rPr lang="en-US" sz="3600" dirty="0">
                <a:latin typeface="Times New Roman" panose="02020603050405020304" pitchFamily="18" charset="0"/>
                <a:cs typeface="Times New Roman" panose="02020603050405020304" pitchFamily="18" charset="0"/>
              </a:rPr>
              <a:t>: </a:t>
            </a:r>
          </a:p>
          <a:p>
            <a:pPr marL="1200150" lvl="1" indent="-742950">
              <a:lnSpc>
                <a:spcPct val="150000"/>
              </a:lnSpc>
              <a:buFont typeface="+mj-lt"/>
              <a:buAutoNum type="arabicPeriod"/>
            </a:pPr>
            <a:r>
              <a:rPr lang="en-US" sz="3600" dirty="0">
                <a:latin typeface="Times New Roman" panose="02020603050405020304" pitchFamily="18" charset="0"/>
                <a:cs typeface="Times New Roman" panose="02020603050405020304" pitchFamily="18" charset="0"/>
              </a:rPr>
              <a:t>Sparse networks (density &lt; 0.01): 68% of the dataset</a:t>
            </a:r>
          </a:p>
          <a:p>
            <a:pPr marL="1200150" lvl="1" indent="-742950">
              <a:lnSpc>
                <a:spcPct val="150000"/>
              </a:lnSpc>
              <a:buFont typeface="+mj-lt"/>
              <a:buAutoNum type="arabicPeriod"/>
            </a:pPr>
            <a:r>
              <a:rPr lang="en-US" sz="3600" dirty="0">
                <a:latin typeface="Times New Roman" panose="02020603050405020304" pitchFamily="18" charset="0"/>
                <a:cs typeface="Times New Roman" panose="02020603050405020304" pitchFamily="18" charset="0"/>
              </a:rPr>
              <a:t>Dense networks (density &gt; 0.05): ~10% of the dataset</a:t>
            </a:r>
          </a:p>
          <a:p>
            <a:pPr algn="ctr">
              <a:lnSpc>
                <a:spcPct val="150000"/>
              </a:lnSpc>
            </a:pPr>
            <a:r>
              <a:rPr lang="en-US" sz="3600" b="1" dirty="0">
                <a:latin typeface="Times New Roman" panose="02020603050405020304" pitchFamily="18" charset="0"/>
                <a:cs typeface="Times New Roman" panose="02020603050405020304" pitchFamily="18" charset="0"/>
              </a:rPr>
              <a:t>Hyperparameters</a:t>
            </a:r>
          </a:p>
          <a:p>
            <a:pPr marL="571500" indent="-571500">
              <a:lnSpc>
                <a:spcPct val="150000"/>
              </a:lnSpc>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rPr>
              <a:t>Graph Attention</a:t>
            </a:r>
            <a:r>
              <a:rPr lang="en-US" sz="3600" dirty="0">
                <a:latin typeface="Times New Roman" panose="02020603050405020304" pitchFamily="18" charset="0"/>
                <a:cs typeface="Times New Roman" panose="02020603050405020304" pitchFamily="18" charset="0"/>
              </a:rPr>
              <a:t>: 4 attention heads</a:t>
            </a:r>
          </a:p>
          <a:p>
            <a:pPr marL="571500" indent="-571500">
              <a:lnSpc>
                <a:spcPct val="150000"/>
              </a:lnSpc>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rPr>
              <a:t>Consensus Clustering</a:t>
            </a:r>
            <a:r>
              <a:rPr lang="en-US" sz="3600" dirty="0">
                <a:latin typeface="Times New Roman" panose="02020603050405020304" pitchFamily="18" charset="0"/>
                <a:cs typeface="Times New Roman" panose="02020603050405020304" pitchFamily="18" charset="0"/>
              </a:rPr>
              <a:t>: 20 base runs, 10% edge dropping, 20% feature masking</a:t>
            </a:r>
          </a:p>
          <a:p>
            <a:pPr marL="571500" indent="-571500">
              <a:lnSpc>
                <a:spcPct val="150000"/>
              </a:lnSpc>
              <a:buFont typeface="Arial" panose="020B0604020202020204" pitchFamily="34" charset="0"/>
              <a:buChar char="•"/>
            </a:pPr>
            <a:r>
              <a:rPr lang="en-US" sz="3600" b="1" dirty="0">
                <a:latin typeface="Times New Roman" panose="02020603050405020304" pitchFamily="18" charset="0"/>
                <a:cs typeface="Times New Roman" panose="02020603050405020304" pitchFamily="18" charset="0"/>
              </a:rPr>
              <a:t>Multi-View Spectral</a:t>
            </a:r>
            <a:r>
              <a:rPr lang="en-US" sz="3600" dirty="0">
                <a:latin typeface="Times New Roman" panose="02020603050405020304" pitchFamily="18" charset="0"/>
                <a:cs typeface="Times New Roman" panose="02020603050405020304" pitchFamily="18" charset="0"/>
              </a:rPr>
              <a:t>: Adaptive α weighting based on homophily</a:t>
            </a:r>
          </a:p>
          <a:p>
            <a:pPr marL="571500" indent="-571500">
              <a:lnSpc>
                <a:spcPct val="150000"/>
              </a:lnSpc>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Traditional methods: Used default hyperparameter-free configurations</a:t>
            </a:r>
          </a:p>
          <a:p>
            <a:pPr algn="ctr">
              <a:lnSpc>
                <a:spcPct val="150000"/>
              </a:lnSpc>
            </a:pPr>
            <a:r>
              <a:rPr lang="en-US" sz="3600" b="1" dirty="0">
                <a:latin typeface="Times New Roman" panose="02020603050405020304" pitchFamily="18" charset="0"/>
                <a:cs typeface="Times New Roman" panose="02020603050405020304" pitchFamily="18" charset="0"/>
              </a:rPr>
              <a:t>Validation Strategy</a:t>
            </a:r>
          </a:p>
          <a:p>
            <a:pPr>
              <a:lnSpc>
                <a:spcPct val="150000"/>
              </a:lnSpc>
            </a:pPr>
            <a:r>
              <a:rPr lang="en-US" sz="3600" dirty="0">
                <a:latin typeface="Times New Roman" panose="02020603050405020304" pitchFamily="18" charset="0"/>
                <a:cs typeface="Times New Roman" panose="02020603050405020304" pitchFamily="18" charset="0"/>
              </a:rPr>
              <a:t>Performance was validated against ground-truth "circle" annotations provided in the dataset, representing actual social communities identified by Twitter users.</a:t>
            </a:r>
          </a:p>
          <a:p>
            <a:pPr algn="l">
              <a:lnSpc>
                <a:spcPct val="150000"/>
              </a:lnSpc>
            </a:pPr>
            <a:endParaRPr lang="en-US"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7D33F93-7580-48B0-9709-F3D80722BEFD}"/>
              </a:ext>
            </a:extLst>
          </p:cNvPr>
          <p:cNvPicPr>
            <a:picLocks noChangeAspect="1"/>
          </p:cNvPicPr>
          <p:nvPr/>
        </p:nvPicPr>
        <p:blipFill rotWithShape="1">
          <a:blip r:embed="rId4"/>
          <a:srcRect r="63120"/>
          <a:stretch/>
        </p:blipFill>
        <p:spPr>
          <a:xfrm>
            <a:off x="21016034" y="5066154"/>
            <a:ext cx="8575234" cy="5520226"/>
          </a:xfrm>
          <a:prstGeom prst="rect">
            <a:avLst/>
          </a:prstGeom>
          <a:ln w="19050">
            <a:noFill/>
          </a:ln>
        </p:spPr>
      </p:pic>
      <p:pic>
        <p:nvPicPr>
          <p:cNvPr id="11" name="Picture 10">
            <a:extLst>
              <a:ext uri="{FF2B5EF4-FFF2-40B4-BE49-F238E27FC236}">
                <a16:creationId xmlns:a16="http://schemas.microsoft.com/office/drawing/2014/main" id="{2A5B17BA-AD77-4C54-83EB-A37A74B8824F}"/>
              </a:ext>
            </a:extLst>
          </p:cNvPr>
          <p:cNvPicPr>
            <a:picLocks noChangeAspect="1"/>
          </p:cNvPicPr>
          <p:nvPr/>
        </p:nvPicPr>
        <p:blipFill rotWithShape="1">
          <a:blip r:embed="rId5"/>
          <a:srcRect r="53181"/>
          <a:stretch/>
        </p:blipFill>
        <p:spPr>
          <a:xfrm>
            <a:off x="21016034" y="15739122"/>
            <a:ext cx="8575234" cy="5866781"/>
          </a:xfrm>
          <a:prstGeom prst="rect">
            <a:avLst/>
          </a:prstGeom>
          <a:ln w="19050">
            <a:noFill/>
          </a:ln>
        </p:spPr>
      </p:pic>
      <p:pic>
        <p:nvPicPr>
          <p:cNvPr id="14" name="Picture 13">
            <a:extLst>
              <a:ext uri="{FF2B5EF4-FFF2-40B4-BE49-F238E27FC236}">
                <a16:creationId xmlns:a16="http://schemas.microsoft.com/office/drawing/2014/main" id="{C4693B80-6AEA-4C81-B17D-697C4B6F102E}"/>
              </a:ext>
            </a:extLst>
          </p:cNvPr>
          <p:cNvPicPr>
            <a:picLocks noChangeAspect="1"/>
          </p:cNvPicPr>
          <p:nvPr/>
        </p:nvPicPr>
        <p:blipFill rotWithShape="1">
          <a:blip r:embed="rId6"/>
          <a:srcRect r="50000"/>
          <a:stretch/>
        </p:blipFill>
        <p:spPr>
          <a:xfrm>
            <a:off x="21016034" y="10739123"/>
            <a:ext cx="8575234" cy="4847257"/>
          </a:xfrm>
          <a:prstGeom prst="rect">
            <a:avLst/>
          </a:prstGeom>
          <a:ln w="19050">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TotalTime>
  <Words>705</Words>
  <Application>Microsoft Office PowerPoint</Application>
  <PresentationFormat>Custom</PresentationFormat>
  <Paragraphs>45</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Chandana</dc:creator>
  <cp:lastModifiedBy>CHANDANA .T</cp:lastModifiedBy>
  <cp:revision>22</cp:revision>
  <dcterms:created xsi:type="dcterms:W3CDTF">2025-11-04T18:28:14Z</dcterms:created>
  <dcterms:modified xsi:type="dcterms:W3CDTF">2025-11-13T13:52:23Z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384A4F775D0AC56B2A72DB688FB332D1_42</vt:lpwstr>
  </property>
  <property fmtid="{D5CDD505-2E9C-101B-9397-08002B2CF9AE}" pid="3" name="KSOProductBuildVer">
    <vt:lpwstr>1033-12.1.21937.21937</vt:lpwstr>
  </property>
</Properties>
</file>